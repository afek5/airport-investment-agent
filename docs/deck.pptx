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docProps/custom.xml" ContentType="application/vnd.openxmlformats-officedocument.custom-properties+xml"/>
</Types>
</file>

<file path=_rels/.rels>&#65279;<?xml version="1.0" encoding="utf-8"?><Relationships xmlns="http://schemas.openxmlformats.org/package/2006/relationships"><Relationship Type="http://schemas.openxmlformats.org/package/2006/relationships/metadata/core-properties" Target="/docProps/core.xml" Id="R35fb8dedf09d4975" /><Relationship Type="http://schemas.openxmlformats.org/officeDocument/2006/relationships/extended-properties" Target="/docProps/app.xml" Id="Re39694959f744f82" /><Relationship Type="http://schemas.openxmlformats.org/officeDocument/2006/relationships/officeDocument" Target="/ppt/presentation.xml" Id="R6967e86136084dce" /><Relationship Type="http://schemas.openxmlformats.org/officeDocument/2006/relationships/custom-properties" Target="/docProps/custom.xml" Id="Rc4ebdc7f2c604278"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50a1f5bee0a04ef5"/>
  </p:sldMasterIdLst>
  <p:notesMasterIdLst>
    <p:notesMasterId xmlns:r="http://schemas.openxmlformats.org/officeDocument/2006/relationships" r:id="Ra7c9c8bd1e3340a9"/>
  </p:notesMasterIdLst>
  <p:sldIdLst>
    <p:sldId xmlns:r="http://schemas.openxmlformats.org/officeDocument/2006/relationships" id="256" r:id="R37fbbfc664054f78"/>
    <p:sldId id="261" r:id="Rb982ecf53ca44879"/>
    <p:sldId xmlns:r="http://schemas.openxmlformats.org/officeDocument/2006/relationships" id="257" r:id="R691f14bb57da4b9d"/>
    <p:sldId xmlns:r="http://schemas.openxmlformats.org/officeDocument/2006/relationships" id="258" r:id="Rcd9b3c57c7f74e4a"/>
    <p:sldId xmlns:r="http://schemas.openxmlformats.org/officeDocument/2006/relationships" id="259" r:id="R0f5e3d4f375049c7"/>
    <p:sldId xmlns:r="http://schemas.openxmlformats.org/officeDocument/2006/relationships" id="260" r:id="Racec92d6a07345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b3da8a990542d5" /><Relationship Type="http://schemas.openxmlformats.org/officeDocument/2006/relationships/slideMaster" Target="/ppt/slideMasters/slideMaster1.xml" Id="R50a1f5bee0a04ef5" /><Relationship Type="http://schemas.openxmlformats.org/officeDocument/2006/relationships/notesMaster" Target="/ppt/notesMasters/notesMaster1.xml" Id="Ra7c9c8bd1e3340a9" /><Relationship Type="http://schemas.openxmlformats.org/officeDocument/2006/relationships/presProps" Target="/ppt/presProps.xml" Id="R7ccc0c351f544de5" /><Relationship Type="http://schemas.openxmlformats.org/officeDocument/2006/relationships/tableStyles" Target="/ppt/tableStyles.xml" Id="R129ed286dd434f74" /><Relationship Type="http://schemas.openxmlformats.org/officeDocument/2006/relationships/slide" Target="/ppt/slides/slide1.xml" Id="R37fbbfc664054f78" /><Relationship Type="http://schemas.openxmlformats.org/officeDocument/2006/relationships/slide" Target="/ppt/slides/slide2.xml" Id="R691f14bb57da4b9d" /><Relationship Type="http://schemas.openxmlformats.org/officeDocument/2006/relationships/slide" Target="/ppt/slides/slide3.xml" Id="Rcd9b3c57c7f74e4a" /><Relationship Type="http://schemas.openxmlformats.org/officeDocument/2006/relationships/slide" Target="/ppt/slides/slide4.xml" Id="R0f5e3d4f375049c7" /><Relationship Type="http://schemas.openxmlformats.org/officeDocument/2006/relationships/slide" Target="/ppt/slides/slide5.xml" Id="Racec92d6a07345e9" /><Relationship Type="http://schemas.openxmlformats.org/officeDocument/2006/relationships/slide" Target="/ppt/slides/slide6.xml" Id="Rb982ecf53ca448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26828e3fc948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irport Editorial">
      <a:dk1>
        <a:srgbClr val="1B1A17"/>
      </a:dk1>
      <a:lt1>
        <a:srgbClr val="FFFFFF"/>
      </a:lt1>
      <a:dk2>
        <a:srgbClr val="181815"/>
      </a:dk2>
      <a:lt2>
        <a:srgbClr val="F7F6F2"/>
      </a:lt2>
      <a:accent1>
        <a:srgbClr val="7C69A8"/>
      </a:accent1>
      <a:accent2>
        <a:srgbClr val="A96C4C"/>
      </a:accent2>
      <a:accent3>
        <a:srgbClr val="5C8A6E"/>
      </a:accent3>
      <a:accent4>
        <a:srgbClr val="93600A"/>
      </a:accent4>
      <a:accent5>
        <a:srgbClr val="68788A"/>
      </a:accent5>
      <a:accent6>
        <a:srgbClr val="937C60"/>
      </a:accent6>
      <a:hlink>
        <a:srgbClr val="F7F6F2"/>
      </a:hlink>
      <a:folHlink>
        <a:srgbClr val="F7F6F2"/>
      </a:folHlink>
    </a:clrScheme>
    <a:fontScheme name="">
      <a:majorFont>
        <a:latin typeface="Arial"/>
        <a:ea typeface=""/>
        <a:cs typeface=""/>
      </a:majorFont>
      <a:minorFont>
        <a:latin typeface="Arial"/>
        <a:ea typeface=""/>
        <a:cs typeface=""/>
      </a:minorFont>
    </a:fontScheme>
    <a:fmtScheme name="Airpor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247947ee3b4b3d" /><Relationship Type="http://schemas.openxmlformats.org/officeDocument/2006/relationships/notesMaster" Target="/ppt/notesMasters/notesMaster1.xml" Id="Recc73efb6b2949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dc77816ec643ab" /><Relationship Type="http://schemas.openxmlformats.org/officeDocument/2006/relationships/notesMaster" Target="/ppt/notesMasters/notesMaster1.xml" Id="R41ae7e0d2b1f4c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3f871a5e94450a" /><Relationship Type="http://schemas.openxmlformats.org/officeDocument/2006/relationships/notesMaster" Target="/ppt/notesMasters/notesMaster1.xml" Id="R5fab9dd0ff4d4e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097940a2fa4b1c" /><Relationship Type="http://schemas.openxmlformats.org/officeDocument/2006/relationships/notesMaster" Target="/ppt/notesMasters/notesMaster1.xml" Id="R1a728bcff73e41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e2e435c5cc4f75" /><Relationship Type="http://schemas.openxmlformats.org/officeDocument/2006/relationships/notesMaster" Target="/ppt/notesMasters/notesMaster1.xml" Id="R53159aea135342d8"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a280eed6d80b4b50" /><Relationship Type="http://schemas.openxmlformats.org/officeDocument/2006/relationships/slide" Target="/ppt/slides/slide6.xml" Id="R49187cf47f794e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is a US airport-modernization screening agent. The FAA CY2025 primary-airport universe in data/snapshot/manifest.json contains 402 airports. Source deck: docs/deck.pptx, slide 1. Investment Opportunity Score is a screening signal, not a financial return estimate. Actual score inputs and dates appear on slide 3. The deployed demo is https://airport-investment-agent-n37j.onrender.com; reviewer access is provided separately. No credentials are included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evidence: DESIGN.md sections 2, 3 and 5; backend/app/agent/__init__.py; backend/app/contracts.py. Browser uses Vercel AI SDK useChat; FastAPI exposes the application; DuckDB queries dated Parquet; Postgres persists sessions, conversations and usage. The flow describes the request and verification process, with tool data returning to the agent and then to the interface. Live Signals never alter deterministic snapshot scores. Voice, where enabled, delegates analytics to the same analytical agent. Public sources: https://www.faa.gov/airports/planning_capacity/passenger_allcargo_stats/passenger ; https://www.transtats.bts.gov/ ; https://nasstatus.faa.gov/api/airport-status-information ; https://data.transportation.gov/resource/tfrh-tu9e.json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docs/SPEC.md §4, DESIGN.md §4, backend/app/analytics/common.py coverage_level, and docs/adr/0002-geometric-mean-of-percentile-pillars.md. Metric percentiles are across primary airports with each measured metric. Forecast CAGR is TAF FY2024 actual to FY2035 forecast, including international passengers. Observed growth is FAA CY2024 to CY2025. Passenger load factor uses T-100 Aug 2025–Jul 2026, class F; delay and taxi-out use reporting-carrier domestic On-Time data Sep 2025–Aug 2026. Scale uses CY2025 enplanements and Census 2025 CBSA population. Default pillar weights are 0.35/0.40/0.25 and are analyst assumptions. Missing metrics are imputed at percentile 50 and named; scores are provisional. The slide summarizes coverage confidence; live-source failures can reduce confidence to Low and scenario/ad-hoc results never exceed Medium. Sources: https://taf.faa.gov/ ; https://www.faa.gov/airports/planning_capacity/passenger_allcargo_stats/passenger ; https://www.transtats.bts.gov/ ; https://www2.census.gov/programs-surveys/popest/datasets/2020-2025/metro/totals/cbsa-est2025-alldata.csv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table source: docs/examples.md G1 and G5, generated by live agent tests. Baseline: BOS 73.1/rank1, BGR 72.4/rank2, BTV 71.9/rank3, HVN 69.9/rank4. Doubling the momentum weight from 0.35 to 0.70 with pressure 0.40 and scale 0.25, then normalizing, produces: BGR 75.6/rank1, HVN 74.8/rank2, BTV 71.3/rank3, BOS 66.4/rank4. HVN coverage is 5/7 with delay_share and taxi_out imputed; overall displayed ranking confidence Medium. Same New England scope: CT, ME, MA, NH, RI, VT. The screenshot is an authentic crop of docs/deck/g3-anchorage-app.png, captured from the deployed demo on 2026-10-22. It is a separate example, not a screenshot of the ranking follow-up. ANC values are 2.7%, 6.2%, 29.5%, as also recorded in docs/examples.md G3. Long-haul threshold is 3,000 statute miles. Image source is the user’s application, https://airport-investment-agent-n37j.onrender.com. The screenshot was cropped only, without changing its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DESIGN.md §§4,6,7; docs/SPEC.md scoring and limitations; application behavior verified in the browser on 2026-10-22. This deck does not claim a backtest, causal effect of expansion, ROI estimate, or unrestricted public access. Public source datasets support screening and show evidence of pressure, not project returns. The automated live suite checks selected answer percentages and numerical values against tool results; it is not a guarantee for all future answers. Specifically, backend/tests/grounding.py checks percentages and numbers with at least three significant digits (plus count-format and other assertions in the suite). Follow-up and ad-hoc queries are supported, but missing periods and unsupported financial estimates must be disclosed. Demo link: https://airport-investment-agent-n37j.onrender.com. Credentials are deliberately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xmlns:a="http://schemas.openxmlformats.org/drawingml/2006/main" xmlns:p="http://schemas.openxmlformats.org/presentationml/2006/main">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Presenter explanation: A reviewer asks a question in the Next.js chat. FastAPI checks the signed session, per-session rate limit and recorded-spend thresholds. Pydantic AI runs the Claude analyst, which chooses typed tools and explains their outputs. Deterministic Python tools compute rankings, comparisons, route mix and unmet-demand indicators over a dated Snapshot. DuckDB exposes read-only views over committed Parquet files. The answer and typed tool outputs stream back through the Vercel AI SDK protocol, populating the Mission evidence panel with sources, dates, coverage and confidence. Live government tools call BTS, DOT and FAA NAS APIs with timeouts, retries and caching, and their signals never alter Snapshot scores. Postgres stores app sessions, conversation history and usage. Production uses one Docker container for FastAPI and the static Next.js export, plus a separate Render Postgres. Optional voice uses OpenAI for audio and delegates analytic questions to the same Claude agent. Anthropic and optional OpenAI API keys stay in server environment variables. The spend guard checks recorded usage rather than reserving worst-case spend in advance.</a:t>
            </a:r>
          </a:p>
          <a:p>
            <a:r>
              <a:t/>
            </a:r>
          </a:p>
          <a:p>
            <a:r>
              <a:t>Repository evidence verified in the preceding architecture review at commit c1dcc727cc408b0a1bf57eaf12cb3049437495b7:</a:t>
            </a:r>
          </a:p>
          <a:p>
            <a:r>
              <a:t>https://github.com/afek5/airport-investment-agent/blob/c1dcc727cc408b0a1bf57eaf12cb3049437495b7/backend/app/api/__init__.py</a:t>
            </a:r>
          </a:p>
          <a:p>
            <a:r>
              <a:t>https://github.com/afek5/airport-investment-agent/blob/c1dcc727cc408b0a1bf57eaf12cb3049437495b7/backend/app/agent/__init__.py</a:t>
            </a:r>
          </a:p>
          <a:p>
            <a:r>
              <a:t>https://github.com/afek5/airport-investment-agent/blob/c1dcc727cc408b0a1bf57eaf12cb3049437495b7/backend/app/snapshot.py</a:t>
            </a:r>
          </a:p>
          <a:p>
            <a:r>
              <a:t>https://github.com/afek5/airport-investment-agent/blob/c1dcc727cc408b0a1bf57eaf12cb3049437495b7/backend/app/main.py</a:t>
            </a:r>
          </a:p>
          <a:p>
            <a:r>
              <a:t>https://github.com/afek5/airport-investment-agent/blob/c1dcc727cc408b0a1bf57eaf12cb3049437495b7/render.yaml</a:t>
            </a:r>
          </a:p>
          <a:p>
            <a:r>
              <a:t>https://github.com/afek5/airport-investment-agent/blob/c1dcc727cc408b0a1bf57eaf12cb3049437495b7/backend/app/api/voice.py</a:t>
            </a:r>
          </a:p>
        </p:txBody>
      </p:sp>
      <p:sp>
        <p:nvSpPr>
          <p:cNvPr id="4" name="Slide Number Placeholder 3"/>
          <p:cNvSpPr>
            <a:spLocks noGrp="1"/>
          </p:cNvSpPr>
          <p:nvPr>
            <p:ph type="sldNum" idx="5"/>
          </p:nvPr>
        </p:nvSpPr>
        <p:spPr/>
        <p:txBody>
          <a:bodyPr/>
          <a:lstStyle/>
          <a:p/>
        </p:txBody>
      </p:sp>
    </p:spTree>
  </p:cSld>
  <p:clrMapOvr xmlns:a="http://schemas.openxmlformats.org/drawingml/2006/main" xmlns:p="http://schemas.openxmlformats.org/presentationml/2006/main">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ae9707d12c45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a13ffa0dbb46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18ba937b7244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99bf0fc6af4e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c39ff23d0a4b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fbf616b12348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C9DA18-C7BD-4FD9-95FD-C7F7AF43A00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2FEB55-F234-4BD7-BFE2-FB91B3E370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ECA2F6-C270-4BAC-B502-6249BC96394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4DB325-00E5-4576-8FD6-A4A9797BA3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70799D-87EA-4A31-A195-68231C9059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1B0B00-E3FA-4F2C-8C42-8FBFDBAE7E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42CF74E-820D-488E-A8ED-7189F46D67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8F1AEA-FB5A-482F-9ECD-2211F2AAF8A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A1F99A-3803-493D-B68A-7C5D185777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824050-51D8-4232-A85D-CB8EFB38D2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ded2edb252400e" /><Relationship Type="http://schemas.openxmlformats.org/officeDocument/2006/relationships/slideLayout" Target="/ppt/slideLayouts/slideLayout1.xml" Id="Rb8ff7c86859f483f" /><Relationship Type="http://schemas.openxmlformats.org/officeDocument/2006/relationships/slideLayout" Target="/ppt/slideLayouts/slideLayout2.xml" Id="R331abf25f60e4655" /><Relationship Type="http://schemas.openxmlformats.org/officeDocument/2006/relationships/slideLayout" Target="/ppt/slideLayouts/slideLayout3.xml" Id="Ra1344e7a809f4e26" /><Relationship Type="http://schemas.openxmlformats.org/officeDocument/2006/relationships/slideLayout" Target="/ppt/slideLayouts/slideLayout4.xml" Id="Rafa675f61ac14298" /><Relationship Type="http://schemas.openxmlformats.org/officeDocument/2006/relationships/slideLayout" Target="/ppt/slideLayouts/slideLayout5.xml" Id="R8edf6a882bd24338" /><Relationship Type="http://schemas.openxmlformats.org/officeDocument/2006/relationships/slideLayout" Target="/ppt/slideLayouts/slideLayout6.xml" Id="R685dcf2ebb0244d9"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ff7c86859f483f"/>
    <p:sldLayoutId xmlns:r="http://schemas.openxmlformats.org/officeDocument/2006/relationships" id="2147483650" r:id="R331abf25f60e4655"/>
    <p:sldLayoutId xmlns:r="http://schemas.openxmlformats.org/officeDocument/2006/relationships" id="2147483651" r:id="Ra1344e7a809f4e26"/>
    <p:sldLayoutId xmlns:r="http://schemas.openxmlformats.org/officeDocument/2006/relationships" id="2147483652" r:id="Rafa675f61ac14298"/>
    <p:sldLayoutId xmlns:r="http://schemas.openxmlformats.org/officeDocument/2006/relationships" id="2147483653" r:id="R8edf6a882bd24338"/>
    <p:sldLayoutId xmlns:r="http://schemas.openxmlformats.org/officeDocument/2006/relationships" id="2147483654" r:id="R685dcf2ebb0244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irport Editorial">
      <a:dk1>
        <a:srgbClr val="1B1A17"/>
      </a:dk1>
      <a:lt1>
        <a:srgbClr val="FFFFFF"/>
      </a:lt1>
      <a:dk2>
        <a:srgbClr val="181815"/>
      </a:dk2>
      <a:lt2>
        <a:srgbClr val="F7F6F2"/>
      </a:lt2>
      <a:accent1>
        <a:srgbClr val="7C69A8"/>
      </a:accent1>
      <a:accent2>
        <a:srgbClr val="A96C4C"/>
      </a:accent2>
      <a:accent3>
        <a:srgbClr val="5C8A6E"/>
      </a:accent3>
      <a:accent4>
        <a:srgbClr val="93600A"/>
      </a:accent4>
      <a:accent5>
        <a:srgbClr val="68788A"/>
      </a:accent5>
      <a:accent6>
        <a:srgbClr val="937C60"/>
      </a:accent6>
      <a:hlink>
        <a:srgbClr val="F7F6F2"/>
      </a:hlink>
      <a:folHlink>
        <a:srgbClr val="F7F6F2"/>
      </a:folHlink>
    </a:clrScheme>
    <a:fontScheme name="">
      <a:majorFont>
        <a:latin typeface="Arial"/>
        <a:ea typeface=""/>
        <a:cs typeface=""/>
      </a:majorFont>
      <a:minorFont>
        <a:latin typeface="Arial"/>
        <a:ea typeface=""/>
        <a:cs typeface=""/>
      </a:minorFont>
    </a:fontScheme>
    <a:fmtScheme name="Airpor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c53881eebd4648" /><Relationship Type="http://schemas.openxmlformats.org/officeDocument/2006/relationships/notesSlide" Target="/ppt/notesSlides/notesSlide1.xml" Id="R260362ee36bc4e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14b915e5b134407" /><Relationship Type="http://schemas.openxmlformats.org/officeDocument/2006/relationships/notesSlide" Target="/ppt/notesSlides/notesSlide2.xml" Id="R1055b78059284e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7ff8f8e0fd472a" /><Relationship Type="http://schemas.openxmlformats.org/officeDocument/2006/relationships/notesSlide" Target="/ppt/notesSlides/notesSlide3.xml" Id="R373ffb870b4640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e55c089aee44f3" /><Relationship Type="http://schemas.openxmlformats.org/officeDocument/2006/relationships/image" Target="/ppt/media/image.png" Id="R3e44ac21740a4411" /><Relationship Type="http://schemas.openxmlformats.org/officeDocument/2006/relationships/notesSlide" Target="/ppt/notesSlides/notesSlide4.xml" Id="Rbc71372a0a2c4b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76a4ff9b8244c4" /><Relationship Type="http://schemas.openxmlformats.org/officeDocument/2006/relationships/hyperlink" Target="https://airport-investment-agent-n37j.onrender.com" TargetMode="External" Id="Rb8ecb23b46b84ee0" /><Relationship Type="http://schemas.openxmlformats.org/officeDocument/2006/relationships/notesSlide" Target="/ppt/notesSlides/notesSlide5.xml" Id="R53b800e4b72b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e9e5cb62ab4590" /><Relationship Type="http://schemas.openxmlformats.org/officeDocument/2006/relationships/notesSlide" Target="/ppt/notesSlides/notesSlide6.xml" Id="R0e71d4e5b8854c09" /></Relationships>
</file>

<file path=ppt/slides/slide1.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181815"/>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677F86B4-F992-4BF7-8379-809E3AC294BE}"/>
              </a:ext>
            </a:extLst>
          </p:cNvPr>
          <p:cNvSpPr>
            <a:spLocks xmlns:a="http://schemas.openxmlformats.org/drawingml/2006/main" noGrp="1"/>
          </p:cNvSpPr>
          <p:nvPr/>
        </p:nvSpPr>
        <p:spPr>
          <a:xfrm xmlns:a="http://schemas.openxmlformats.org/drawingml/2006/main">
            <a:off x="609600" y="304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CFCBC2"/>
                </a:solidFill>
                <a:latin typeface="Arial"/>
                <a:ea typeface="Arial"/>
                <a:cs typeface="Arial"/>
              </a:defRPr>
            </a:defPPr>
            <a:lvl1pPr algn="l">
              <a:defRPr sz="1125" b="1">
                <a:solidFill>
                  <a:srgbClr val="CFCBC2"/>
                </a:solidFill>
                <a:latin typeface="Arial"/>
                <a:ea typeface="Arial"/>
                <a:cs typeface="Arial"/>
              </a:defRPr>
            </a:lvl1pPr>
            <a:lvl2pPr algn="l">
              <a:defRPr sz="1125" b="1">
                <a:solidFill>
                  <a:srgbClr val="CFCBC2"/>
                </a:solidFill>
                <a:latin typeface="Arial"/>
                <a:ea typeface="Arial"/>
                <a:cs typeface="Arial"/>
              </a:defRPr>
            </a:lvl2pPr>
            <a:lvl3pPr algn="l">
              <a:defRPr sz="1125" b="1">
                <a:solidFill>
                  <a:srgbClr val="CFCBC2"/>
                </a:solidFill>
                <a:latin typeface="Arial"/>
                <a:ea typeface="Arial"/>
                <a:cs typeface="Arial"/>
              </a:defRPr>
            </a:lvl3pPr>
            <a:lvl4pPr algn="l">
              <a:defRPr sz="1125" b="1">
                <a:solidFill>
                  <a:srgbClr val="CFCBC2"/>
                </a:solidFill>
                <a:latin typeface="Arial"/>
                <a:ea typeface="Arial"/>
                <a:cs typeface="Arial"/>
              </a:defRPr>
            </a:lvl4pPr>
            <a:lvl5pPr algn="l">
              <a:defRPr sz="1125" b="1">
                <a:solidFill>
                  <a:srgbClr val="CFCBC2"/>
                </a:solidFill>
                <a:latin typeface="Arial"/>
                <a:ea typeface="Arial"/>
                <a:cs typeface="Arial"/>
              </a:defRPr>
            </a:lvl5pPr>
            <a:lvl6pPr algn="l">
              <a:defRPr sz="1125" b="1">
                <a:solidFill>
                  <a:srgbClr val="CFCBC2"/>
                </a:solidFill>
                <a:latin typeface="Arial"/>
                <a:ea typeface="Arial"/>
                <a:cs typeface="Arial"/>
              </a:defRPr>
            </a:lvl6pPr>
            <a:lvl7pPr algn="l">
              <a:defRPr sz="1125" b="1">
                <a:solidFill>
                  <a:srgbClr val="CFCBC2"/>
                </a:solidFill>
                <a:latin typeface="Arial"/>
                <a:ea typeface="Arial"/>
                <a:cs typeface="Arial"/>
              </a:defRPr>
            </a:lvl7pPr>
            <a:lvl8pPr algn="l">
              <a:defRPr sz="1125" b="1">
                <a:solidFill>
                  <a:srgbClr val="CFCBC2"/>
                </a:solidFill>
                <a:latin typeface="Arial"/>
                <a:ea typeface="Arial"/>
                <a:cs typeface="Arial"/>
              </a:defRPr>
            </a:lvl8pPr>
            <a:lvl9pPr algn="l">
              <a:defRPr sz="1125" b="1">
                <a:solidFill>
                  <a:srgbClr val="CFCBC2"/>
                </a:solidFill>
                <a:latin typeface="Arial"/>
                <a:ea typeface="Arial"/>
                <a:cs typeface="Arial"/>
              </a:defRPr>
            </a:lvl9pPr>
          </a:lstStyle>
          <a:p xmlns:a="http://schemas.openxmlformats.org/drawingml/2006/main">
            <a:pPr algn="l">
              <a:defRPr sz="1125" b="1">
                <a:solidFill>
                  <a:srgbClr val="CFCBC2"/>
                </a:solidFill>
                <a:latin typeface="Arial"/>
                <a:ea typeface="Arial"/>
                <a:cs typeface="Arial"/>
              </a:defRPr>
            </a:pPr>
            <a:r>
              <a:rPr sz="1125" b="1">
                <a:solidFill>
                  <a:srgbClr val="CFCBC2"/>
                </a:solidFill>
                <a:latin typeface="Arial"/>
                <a:ea typeface="Arial"/>
                <a:cs typeface="Arial"/>
              </a:rPr>
              <a:t>AIRPORT INVESTMENT INTELLIGENCE</a:t>
            </a:r>
          </a:p>
        </p:txBody>
      </p:sp>
      <p:sp>
        <p:nvSpPr>
          <p:cNvPr id="2" name="text-2">
            <a:extLst xmlns:a="http://schemas.openxmlformats.org/drawingml/2006/main">
              <a:ext uri="{FF2B5EF4-FFF2-40B4-BE49-F238E27FC236}">
                <a16:creationId xmlns:a16="http://schemas.microsoft.com/office/drawing/2014/main" id="{1D6355B8-E45D-4753-AABA-14A31B12ADE0}"/>
              </a:ext>
            </a:extLst>
          </p:cNvPr>
          <p:cNvSpPr>
            <a:spLocks xmlns:a="http://schemas.openxmlformats.org/drawingml/2006/main" noGrp="1"/>
          </p:cNvSpPr>
          <p:nvPr/>
        </p:nvSpPr>
        <p:spPr>
          <a:xfrm xmlns:a="http://schemas.openxmlformats.org/drawingml/2006/main">
            <a:off x="10810875" y="3048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FCBC2"/>
                </a:solidFill>
                <a:latin typeface="Arial"/>
                <a:ea typeface="Arial"/>
                <a:cs typeface="Arial"/>
              </a:defRPr>
            </a:defPPr>
            <a:lvl1pPr algn="r">
              <a:defRPr sz="1125" b="0">
                <a:solidFill>
                  <a:srgbClr val="CFCBC2"/>
                </a:solidFill>
                <a:latin typeface="Arial"/>
                <a:ea typeface="Arial"/>
                <a:cs typeface="Arial"/>
              </a:defRPr>
            </a:lvl1pPr>
            <a:lvl2pPr algn="r">
              <a:defRPr sz="1125" b="0">
                <a:solidFill>
                  <a:srgbClr val="CFCBC2"/>
                </a:solidFill>
                <a:latin typeface="Arial"/>
                <a:ea typeface="Arial"/>
                <a:cs typeface="Arial"/>
              </a:defRPr>
            </a:lvl2pPr>
            <a:lvl3pPr algn="r">
              <a:defRPr sz="1125" b="0">
                <a:solidFill>
                  <a:srgbClr val="CFCBC2"/>
                </a:solidFill>
                <a:latin typeface="Arial"/>
                <a:ea typeface="Arial"/>
                <a:cs typeface="Arial"/>
              </a:defRPr>
            </a:lvl3pPr>
            <a:lvl4pPr algn="r">
              <a:defRPr sz="1125" b="0">
                <a:solidFill>
                  <a:srgbClr val="CFCBC2"/>
                </a:solidFill>
                <a:latin typeface="Arial"/>
                <a:ea typeface="Arial"/>
                <a:cs typeface="Arial"/>
              </a:defRPr>
            </a:lvl4pPr>
            <a:lvl5pPr algn="r">
              <a:defRPr sz="1125" b="0">
                <a:solidFill>
                  <a:srgbClr val="CFCBC2"/>
                </a:solidFill>
                <a:latin typeface="Arial"/>
                <a:ea typeface="Arial"/>
                <a:cs typeface="Arial"/>
              </a:defRPr>
            </a:lvl5pPr>
            <a:lvl6pPr algn="r">
              <a:defRPr sz="1125" b="0">
                <a:solidFill>
                  <a:srgbClr val="CFCBC2"/>
                </a:solidFill>
                <a:latin typeface="Arial"/>
                <a:ea typeface="Arial"/>
                <a:cs typeface="Arial"/>
              </a:defRPr>
            </a:lvl6pPr>
            <a:lvl7pPr algn="r">
              <a:defRPr sz="1125" b="0">
                <a:solidFill>
                  <a:srgbClr val="CFCBC2"/>
                </a:solidFill>
                <a:latin typeface="Arial"/>
                <a:ea typeface="Arial"/>
                <a:cs typeface="Arial"/>
              </a:defRPr>
            </a:lvl7pPr>
            <a:lvl8pPr algn="r">
              <a:defRPr sz="1125" b="0">
                <a:solidFill>
                  <a:srgbClr val="CFCBC2"/>
                </a:solidFill>
                <a:latin typeface="Arial"/>
                <a:ea typeface="Arial"/>
                <a:cs typeface="Arial"/>
              </a:defRPr>
            </a:lvl8pPr>
            <a:lvl9pPr algn="r">
              <a:defRPr sz="1125" b="0">
                <a:solidFill>
                  <a:srgbClr val="CFCBC2"/>
                </a:solidFill>
                <a:latin typeface="Arial"/>
                <a:ea typeface="Arial"/>
                <a:cs typeface="Arial"/>
              </a:defRPr>
            </a:lvl9pPr>
          </a:lstStyle>
          <a:p xmlns:a="http://schemas.openxmlformats.org/drawingml/2006/main">
            <a:pPr algn="r">
              <a:defRPr sz="1125" b="0">
                <a:solidFill>
                  <a:srgbClr val="CFCBC2"/>
                </a:solidFill>
                <a:latin typeface="Arial"/>
                <a:ea typeface="Arial"/>
                <a:cs typeface="Arial"/>
              </a:defRPr>
            </a:pPr>
            <a:r>
              <a:rPr sz="1125" b="0">
                <a:solidFill>
                  <a:srgbClr val="CFCBC2"/>
                </a:solidFill>
                <a:latin typeface="Arial"/>
                <a:ea typeface="Arial"/>
                <a:cs typeface="Arial"/>
              </a:rPr>
              <a:t>01 / 06</a:t>
            </a:r>
          </a:p>
        </p:txBody>
      </p:sp>
      <p:sp>
        <p:nvSpPr>
          <p:cNvPr id="3" name="text-3">
            <a:extLst xmlns:a="http://schemas.openxmlformats.org/drawingml/2006/main">
              <a:ext uri="{FF2B5EF4-FFF2-40B4-BE49-F238E27FC236}">
                <a16:creationId xmlns:a16="http://schemas.microsoft.com/office/drawing/2014/main" id="{B481276F-BA97-41E6-A0B6-BBC031DE2020}"/>
              </a:ext>
            </a:extLst>
          </p:cNvPr>
          <p:cNvSpPr>
            <a:spLocks xmlns:a="http://schemas.openxmlformats.org/drawingml/2006/main" noGrp="1"/>
          </p:cNvSpPr>
          <p:nvPr/>
        </p:nvSpPr>
        <p:spPr>
          <a:xfrm xmlns:a="http://schemas.openxmlformats.org/drawingml/2006/main">
            <a:off x="609600" y="65913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FCBC2"/>
                </a:solidFill>
                <a:latin typeface="Arial"/>
                <a:ea typeface="Arial"/>
                <a:cs typeface="Arial"/>
              </a:defRPr>
            </a:defPPr>
            <a:lvl1pPr algn="l">
              <a:defRPr sz="975" b="0">
                <a:solidFill>
                  <a:srgbClr val="CFCBC2"/>
                </a:solidFill>
                <a:latin typeface="Arial"/>
                <a:ea typeface="Arial"/>
                <a:cs typeface="Arial"/>
              </a:defRPr>
            </a:lvl1pPr>
            <a:lvl2pPr algn="l">
              <a:defRPr sz="975" b="0">
                <a:solidFill>
                  <a:srgbClr val="CFCBC2"/>
                </a:solidFill>
                <a:latin typeface="Arial"/>
                <a:ea typeface="Arial"/>
                <a:cs typeface="Arial"/>
              </a:defRPr>
            </a:lvl2pPr>
            <a:lvl3pPr algn="l">
              <a:defRPr sz="975" b="0">
                <a:solidFill>
                  <a:srgbClr val="CFCBC2"/>
                </a:solidFill>
                <a:latin typeface="Arial"/>
                <a:ea typeface="Arial"/>
                <a:cs typeface="Arial"/>
              </a:defRPr>
            </a:lvl3pPr>
            <a:lvl4pPr algn="l">
              <a:defRPr sz="975" b="0">
                <a:solidFill>
                  <a:srgbClr val="CFCBC2"/>
                </a:solidFill>
                <a:latin typeface="Arial"/>
                <a:ea typeface="Arial"/>
                <a:cs typeface="Arial"/>
              </a:defRPr>
            </a:lvl4pPr>
            <a:lvl5pPr algn="l">
              <a:defRPr sz="975" b="0">
                <a:solidFill>
                  <a:srgbClr val="CFCBC2"/>
                </a:solidFill>
                <a:latin typeface="Arial"/>
                <a:ea typeface="Arial"/>
                <a:cs typeface="Arial"/>
              </a:defRPr>
            </a:lvl5pPr>
            <a:lvl6pPr algn="l">
              <a:defRPr sz="975" b="0">
                <a:solidFill>
                  <a:srgbClr val="CFCBC2"/>
                </a:solidFill>
                <a:latin typeface="Arial"/>
                <a:ea typeface="Arial"/>
                <a:cs typeface="Arial"/>
              </a:defRPr>
            </a:lvl6pPr>
            <a:lvl7pPr algn="l">
              <a:defRPr sz="975" b="0">
                <a:solidFill>
                  <a:srgbClr val="CFCBC2"/>
                </a:solidFill>
                <a:latin typeface="Arial"/>
                <a:ea typeface="Arial"/>
                <a:cs typeface="Arial"/>
              </a:defRPr>
            </a:lvl7pPr>
            <a:lvl8pPr algn="l">
              <a:defRPr sz="975" b="0">
                <a:solidFill>
                  <a:srgbClr val="CFCBC2"/>
                </a:solidFill>
                <a:latin typeface="Arial"/>
                <a:ea typeface="Arial"/>
                <a:cs typeface="Arial"/>
              </a:defRPr>
            </a:lvl8pPr>
            <a:lvl9pPr algn="l">
              <a:defRPr sz="975" b="0">
                <a:solidFill>
                  <a:srgbClr val="CFCBC2"/>
                </a:solidFill>
                <a:latin typeface="Arial"/>
                <a:ea typeface="Arial"/>
                <a:cs typeface="Arial"/>
              </a:defRPr>
            </a:lvl9pPr>
          </a:lstStyle>
          <a:p xmlns:a="http://schemas.openxmlformats.org/drawingml/2006/main">
            <a:pPr algn="l">
              <a:defRPr sz="975" b="0">
                <a:solidFill>
                  <a:srgbClr val="CFCBC2"/>
                </a:solidFill>
                <a:latin typeface="Arial"/>
                <a:ea typeface="Arial"/>
                <a:cs typeface="Arial"/>
              </a:defRPr>
            </a:pPr>
            <a:r>
              <a:rPr sz="975" b="0">
                <a:solidFill>
                  <a:srgbClr val="CFCBC2"/>
                </a:solidFill>
                <a:latin typeface="Arial"/>
                <a:ea typeface="Arial"/>
                <a:cs typeface="Arial"/>
              </a:rPr>
              <a:t>PUBLIC AVIATION DATA / OCTOBER 2026</a:t>
            </a:r>
          </a:p>
        </p:txBody>
      </p:sp>
      <p:sp>
        <p:nvSpPr>
          <p:cNvPr id="4" name="cover-title">
            <a:extLst xmlns:a="http://schemas.openxmlformats.org/drawingml/2006/main">
              <a:ext uri="{FF2B5EF4-FFF2-40B4-BE49-F238E27FC236}">
                <a16:creationId xmlns:a16="http://schemas.microsoft.com/office/drawing/2014/main" id="{9CD18A2C-D6E4-468F-863D-46AAEF218F13}"/>
              </a:ext>
            </a:extLst>
          </p:cNvPr>
          <p:cNvSpPr>
            <a:spLocks xmlns:a="http://schemas.openxmlformats.org/drawingml/2006/main" noGrp="1"/>
          </p:cNvSpPr>
          <p:nvPr/>
        </p:nvSpPr>
        <p:spPr>
          <a:xfrm xmlns:a="http://schemas.openxmlformats.org/drawingml/2006/main">
            <a:off x="609600" y="1466850"/>
            <a:ext cx="7572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0">
                <a:solidFill>
                  <a:srgbClr val="F7F6F2"/>
                </a:solidFill>
                <a:latin typeface="Georgia"/>
                <a:ea typeface="Georgia"/>
                <a:cs typeface="Georgia"/>
              </a:defRPr>
            </a:defPPr>
            <a:lvl1pPr algn="l">
              <a:defRPr sz="5100" b="0">
                <a:solidFill>
                  <a:srgbClr val="F7F6F2"/>
                </a:solidFill>
                <a:latin typeface="Georgia"/>
                <a:ea typeface="Georgia"/>
                <a:cs typeface="Georgia"/>
              </a:defRPr>
            </a:lvl1pPr>
            <a:lvl2pPr algn="l">
              <a:defRPr sz="5100" b="0">
                <a:solidFill>
                  <a:srgbClr val="F7F6F2"/>
                </a:solidFill>
                <a:latin typeface="Georgia"/>
                <a:ea typeface="Georgia"/>
                <a:cs typeface="Georgia"/>
              </a:defRPr>
            </a:lvl2pPr>
            <a:lvl3pPr algn="l">
              <a:defRPr sz="5100" b="0">
                <a:solidFill>
                  <a:srgbClr val="F7F6F2"/>
                </a:solidFill>
                <a:latin typeface="Georgia"/>
                <a:ea typeface="Georgia"/>
                <a:cs typeface="Georgia"/>
              </a:defRPr>
            </a:lvl3pPr>
            <a:lvl4pPr algn="l">
              <a:defRPr sz="5100" b="0">
                <a:solidFill>
                  <a:srgbClr val="F7F6F2"/>
                </a:solidFill>
                <a:latin typeface="Georgia"/>
                <a:ea typeface="Georgia"/>
                <a:cs typeface="Georgia"/>
              </a:defRPr>
            </a:lvl4pPr>
            <a:lvl5pPr algn="l">
              <a:defRPr sz="5100" b="0">
                <a:solidFill>
                  <a:srgbClr val="F7F6F2"/>
                </a:solidFill>
                <a:latin typeface="Georgia"/>
                <a:ea typeface="Georgia"/>
                <a:cs typeface="Georgia"/>
              </a:defRPr>
            </a:lvl5pPr>
            <a:lvl6pPr algn="l">
              <a:defRPr sz="5100" b="0">
                <a:solidFill>
                  <a:srgbClr val="F7F6F2"/>
                </a:solidFill>
                <a:latin typeface="Georgia"/>
                <a:ea typeface="Georgia"/>
                <a:cs typeface="Georgia"/>
              </a:defRPr>
            </a:lvl6pPr>
            <a:lvl7pPr algn="l">
              <a:defRPr sz="5100" b="0">
                <a:solidFill>
                  <a:srgbClr val="F7F6F2"/>
                </a:solidFill>
                <a:latin typeface="Georgia"/>
                <a:ea typeface="Georgia"/>
                <a:cs typeface="Georgia"/>
              </a:defRPr>
            </a:lvl7pPr>
            <a:lvl8pPr algn="l">
              <a:defRPr sz="5100" b="0">
                <a:solidFill>
                  <a:srgbClr val="F7F6F2"/>
                </a:solidFill>
                <a:latin typeface="Georgia"/>
                <a:ea typeface="Georgia"/>
                <a:cs typeface="Georgia"/>
              </a:defRPr>
            </a:lvl8pPr>
            <a:lvl9pPr algn="l">
              <a:defRPr sz="5100" b="0">
                <a:solidFill>
                  <a:srgbClr val="F7F6F2"/>
                </a:solidFill>
                <a:latin typeface="Georgia"/>
                <a:ea typeface="Georgia"/>
                <a:cs typeface="Georgia"/>
              </a:defRPr>
            </a:lvl9pPr>
          </a:lstStyle>
          <a:p xmlns:a="http://schemas.openxmlformats.org/drawingml/2006/main">
            <a:pPr algn="l">
              <a:defRPr sz="5100" b="0">
                <a:solidFill>
                  <a:srgbClr val="F7F6F2"/>
                </a:solidFill>
                <a:latin typeface="Georgia"/>
                <a:ea typeface="Georgia"/>
                <a:cs typeface="Georgia"/>
              </a:defRPr>
            </a:pPr>
            <a:r>
              <a:rPr sz="5100" b="0">
                <a:solidFill>
                  <a:srgbClr val="F7F6F2"/>
                </a:solidFill>
                <a:latin typeface="Georgia"/>
                <a:ea typeface="Georgia"/>
                <a:cs typeface="Georgia"/>
              </a:rPr>
              <a:t>Where should the</a:t>
            </a:r>
          </a:p>
          <a:p xmlns:a="http://schemas.openxmlformats.org/drawingml/2006/main">
            <a:pPr algn="l">
              <a:defRPr sz="5100" b="0">
                <a:solidFill>
                  <a:srgbClr val="F7F6F2"/>
                </a:solidFill>
                <a:latin typeface="Georgia"/>
                <a:ea typeface="Georgia"/>
                <a:cs typeface="Georgia"/>
              </a:defRPr>
            </a:pPr>
            <a:r>
              <a:rPr sz="5100" b="0">
                <a:solidFill>
                  <a:srgbClr val="F7F6F2"/>
                </a:solidFill>
                <a:latin typeface="Georgia"/>
                <a:ea typeface="Georgia"/>
                <a:cs typeface="Georgia"/>
              </a:rPr>
              <a:t>next terminal go?</a:t>
            </a:r>
          </a:p>
        </p:txBody>
      </p:sp>
      <p:sp>
        <p:nvSpPr>
          <p:cNvPr id="5" name="text-4">
            <a:extLst xmlns:a="http://schemas.openxmlformats.org/drawingml/2006/main">
              <a:ext uri="{FF2B5EF4-FFF2-40B4-BE49-F238E27FC236}">
                <a16:creationId xmlns:a16="http://schemas.microsoft.com/office/drawing/2014/main" id="{68DF217E-E80B-4813-A425-9EEA95D91BAE}"/>
              </a:ext>
            </a:extLst>
          </p:cNvPr>
          <p:cNvSpPr>
            <a:spLocks xmlns:a="http://schemas.openxmlformats.org/drawingml/2006/main" noGrp="1"/>
          </p:cNvSpPr>
          <p:nvPr/>
        </p:nvSpPr>
        <p:spPr>
          <a:xfrm xmlns:a="http://schemas.openxmlformats.org/drawingml/2006/main">
            <a:off x="609600" y="37147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FCBC2"/>
                </a:solidFill>
                <a:latin typeface="Arial"/>
                <a:ea typeface="Arial"/>
                <a:cs typeface="Arial"/>
              </a:defRPr>
            </a:defPPr>
            <a:lvl1pPr algn="l">
              <a:defRPr sz="2100" b="0">
                <a:solidFill>
                  <a:srgbClr val="CFCBC2"/>
                </a:solidFill>
                <a:latin typeface="Arial"/>
                <a:ea typeface="Arial"/>
                <a:cs typeface="Arial"/>
              </a:defRPr>
            </a:lvl1pPr>
            <a:lvl2pPr algn="l">
              <a:defRPr sz="2100" b="0">
                <a:solidFill>
                  <a:srgbClr val="CFCBC2"/>
                </a:solidFill>
                <a:latin typeface="Arial"/>
                <a:ea typeface="Arial"/>
                <a:cs typeface="Arial"/>
              </a:defRPr>
            </a:lvl2pPr>
            <a:lvl3pPr algn="l">
              <a:defRPr sz="2100" b="0">
                <a:solidFill>
                  <a:srgbClr val="CFCBC2"/>
                </a:solidFill>
                <a:latin typeface="Arial"/>
                <a:ea typeface="Arial"/>
                <a:cs typeface="Arial"/>
              </a:defRPr>
            </a:lvl3pPr>
            <a:lvl4pPr algn="l">
              <a:defRPr sz="2100" b="0">
                <a:solidFill>
                  <a:srgbClr val="CFCBC2"/>
                </a:solidFill>
                <a:latin typeface="Arial"/>
                <a:ea typeface="Arial"/>
                <a:cs typeface="Arial"/>
              </a:defRPr>
            </a:lvl4pPr>
            <a:lvl5pPr algn="l">
              <a:defRPr sz="2100" b="0">
                <a:solidFill>
                  <a:srgbClr val="CFCBC2"/>
                </a:solidFill>
                <a:latin typeface="Arial"/>
                <a:ea typeface="Arial"/>
                <a:cs typeface="Arial"/>
              </a:defRPr>
            </a:lvl5pPr>
            <a:lvl6pPr algn="l">
              <a:defRPr sz="2100" b="0">
                <a:solidFill>
                  <a:srgbClr val="CFCBC2"/>
                </a:solidFill>
                <a:latin typeface="Arial"/>
                <a:ea typeface="Arial"/>
                <a:cs typeface="Arial"/>
              </a:defRPr>
            </a:lvl6pPr>
            <a:lvl7pPr algn="l">
              <a:defRPr sz="2100" b="0">
                <a:solidFill>
                  <a:srgbClr val="CFCBC2"/>
                </a:solidFill>
                <a:latin typeface="Arial"/>
                <a:ea typeface="Arial"/>
                <a:cs typeface="Arial"/>
              </a:defRPr>
            </a:lvl7pPr>
            <a:lvl8pPr algn="l">
              <a:defRPr sz="2100" b="0">
                <a:solidFill>
                  <a:srgbClr val="CFCBC2"/>
                </a:solidFill>
                <a:latin typeface="Arial"/>
                <a:ea typeface="Arial"/>
                <a:cs typeface="Arial"/>
              </a:defRPr>
            </a:lvl8pPr>
            <a:lvl9pPr algn="l">
              <a:defRPr sz="2100" b="0">
                <a:solidFill>
                  <a:srgbClr val="CFCBC2"/>
                </a:solidFill>
                <a:latin typeface="Arial"/>
                <a:ea typeface="Arial"/>
                <a:cs typeface="Arial"/>
              </a:defRPr>
            </a:lvl9pPr>
          </a:lstStyle>
          <a:p xmlns:a="http://schemas.openxmlformats.org/drawingml/2006/main">
            <a:pPr algn="l">
              <a:defRPr sz="2100" b="0">
                <a:solidFill>
                  <a:srgbClr val="CFCBC2"/>
                </a:solidFill>
                <a:latin typeface="Arial"/>
                <a:ea typeface="Arial"/>
                <a:cs typeface="Arial"/>
              </a:defRPr>
            </a:pPr>
            <a:r>
              <a:rPr sz="2100" b="0">
                <a:solidFill>
                  <a:srgbClr val="CFCBC2"/>
                </a:solidFill>
                <a:latin typeface="Arial"/>
                <a:ea typeface="Arial"/>
                <a:cs typeface="Arial"/>
              </a:rPr>
              <a:t>A conversational analyst for airport</a:t>
            </a:r>
          </a:p>
          <a:p xmlns:a="http://schemas.openxmlformats.org/drawingml/2006/main">
            <a:pPr algn="l">
              <a:defRPr sz="2100" b="0">
                <a:solidFill>
                  <a:srgbClr val="CFCBC2"/>
                </a:solidFill>
                <a:latin typeface="Arial"/>
                <a:ea typeface="Arial"/>
                <a:cs typeface="Arial"/>
              </a:defRPr>
            </a:pPr>
            <a:r>
              <a:rPr sz="2100" b="0">
                <a:solidFill>
                  <a:srgbClr val="CFCBC2"/>
                </a:solidFill>
                <a:latin typeface="Arial"/>
                <a:ea typeface="Arial"/>
                <a:cs typeface="Arial"/>
              </a:rPr>
              <a:t>modernization opportunities.</a:t>
            </a:r>
          </a:p>
        </p:txBody>
      </p:sp>
      <p:sp>
        <p:nvSpPr>
          <p:cNvPr id="6" name="text-5">
            <a:extLst xmlns:a="http://schemas.openxmlformats.org/drawingml/2006/main">
              <a:ext uri="{FF2B5EF4-FFF2-40B4-BE49-F238E27FC236}">
                <a16:creationId xmlns:a16="http://schemas.microsoft.com/office/drawing/2014/main" id="{B6561537-CABA-4075-B2D2-CD0AE54E765F}"/>
              </a:ext>
            </a:extLst>
          </p:cNvPr>
          <p:cNvSpPr>
            <a:spLocks xmlns:a="http://schemas.openxmlformats.org/drawingml/2006/main" noGrp="1"/>
          </p:cNvSpPr>
          <p:nvPr/>
        </p:nvSpPr>
        <p:spPr>
          <a:xfrm xmlns:a="http://schemas.openxmlformats.org/drawingml/2006/main">
            <a:off x="8420100" y="1524000"/>
            <a:ext cx="3143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0" b="1">
                <a:solidFill>
                  <a:srgbClr val="F7F6F2"/>
                </a:solidFill>
                <a:latin typeface="Arial"/>
                <a:ea typeface="Arial"/>
                <a:cs typeface="Arial"/>
              </a:defRPr>
            </a:defPPr>
            <a:lvl1pPr algn="r">
              <a:defRPr sz="12000" b="1">
                <a:solidFill>
                  <a:srgbClr val="F7F6F2"/>
                </a:solidFill>
                <a:latin typeface="Arial"/>
                <a:ea typeface="Arial"/>
                <a:cs typeface="Arial"/>
              </a:defRPr>
            </a:lvl1pPr>
            <a:lvl2pPr algn="r">
              <a:defRPr sz="12000" b="1">
                <a:solidFill>
                  <a:srgbClr val="F7F6F2"/>
                </a:solidFill>
                <a:latin typeface="Arial"/>
                <a:ea typeface="Arial"/>
                <a:cs typeface="Arial"/>
              </a:defRPr>
            </a:lvl2pPr>
            <a:lvl3pPr algn="r">
              <a:defRPr sz="12000" b="1">
                <a:solidFill>
                  <a:srgbClr val="F7F6F2"/>
                </a:solidFill>
                <a:latin typeface="Arial"/>
                <a:ea typeface="Arial"/>
                <a:cs typeface="Arial"/>
              </a:defRPr>
            </a:lvl3pPr>
            <a:lvl4pPr algn="r">
              <a:defRPr sz="12000" b="1">
                <a:solidFill>
                  <a:srgbClr val="F7F6F2"/>
                </a:solidFill>
                <a:latin typeface="Arial"/>
                <a:ea typeface="Arial"/>
                <a:cs typeface="Arial"/>
              </a:defRPr>
            </a:lvl4pPr>
            <a:lvl5pPr algn="r">
              <a:defRPr sz="12000" b="1">
                <a:solidFill>
                  <a:srgbClr val="F7F6F2"/>
                </a:solidFill>
                <a:latin typeface="Arial"/>
                <a:ea typeface="Arial"/>
                <a:cs typeface="Arial"/>
              </a:defRPr>
            </a:lvl5pPr>
            <a:lvl6pPr algn="r">
              <a:defRPr sz="12000" b="1">
                <a:solidFill>
                  <a:srgbClr val="F7F6F2"/>
                </a:solidFill>
                <a:latin typeface="Arial"/>
                <a:ea typeface="Arial"/>
                <a:cs typeface="Arial"/>
              </a:defRPr>
            </a:lvl6pPr>
            <a:lvl7pPr algn="r">
              <a:defRPr sz="12000" b="1">
                <a:solidFill>
                  <a:srgbClr val="F7F6F2"/>
                </a:solidFill>
                <a:latin typeface="Arial"/>
                <a:ea typeface="Arial"/>
                <a:cs typeface="Arial"/>
              </a:defRPr>
            </a:lvl7pPr>
            <a:lvl8pPr algn="r">
              <a:defRPr sz="12000" b="1">
                <a:solidFill>
                  <a:srgbClr val="F7F6F2"/>
                </a:solidFill>
                <a:latin typeface="Arial"/>
                <a:ea typeface="Arial"/>
                <a:cs typeface="Arial"/>
              </a:defRPr>
            </a:lvl8pPr>
            <a:lvl9pPr algn="r">
              <a:defRPr sz="12000" b="1">
                <a:solidFill>
                  <a:srgbClr val="F7F6F2"/>
                </a:solidFill>
                <a:latin typeface="Arial"/>
                <a:ea typeface="Arial"/>
                <a:cs typeface="Arial"/>
              </a:defRPr>
            </a:lvl9pPr>
          </a:lstStyle>
          <a:p xmlns:a="http://schemas.openxmlformats.org/drawingml/2006/main">
            <a:pPr algn="r">
              <a:defRPr sz="12000" b="1">
                <a:solidFill>
                  <a:srgbClr val="F7F6F2"/>
                </a:solidFill>
                <a:latin typeface="Arial"/>
                <a:ea typeface="Arial"/>
                <a:cs typeface="Arial"/>
              </a:defRPr>
            </a:pPr>
            <a:r>
              <a:rPr sz="12000" b="1">
                <a:solidFill>
                  <a:srgbClr val="F7F6F2"/>
                </a:solidFill>
                <a:latin typeface="Arial"/>
                <a:ea typeface="Arial"/>
                <a:cs typeface="Arial"/>
              </a:rPr>
              <a:t>402</a:t>
            </a:r>
          </a:p>
        </p:txBody>
      </p:sp>
      <p:sp>
        <p:nvSpPr>
          <p:cNvPr id="7" name="text-6">
            <a:extLst xmlns:a="http://schemas.openxmlformats.org/drawingml/2006/main">
              <a:ext uri="{FF2B5EF4-FFF2-40B4-BE49-F238E27FC236}">
                <a16:creationId xmlns:a16="http://schemas.microsoft.com/office/drawing/2014/main" id="{FCDBA125-07DD-4C91-9C69-9572FF718E85}"/>
              </a:ext>
            </a:extLst>
          </p:cNvPr>
          <p:cNvSpPr>
            <a:spLocks xmlns:a="http://schemas.openxmlformats.org/drawingml/2006/main" noGrp="1"/>
          </p:cNvSpPr>
          <p:nvPr/>
        </p:nvSpPr>
        <p:spPr>
          <a:xfrm xmlns:a="http://schemas.openxmlformats.org/drawingml/2006/main">
            <a:off x="8496300" y="3762375"/>
            <a:ext cx="3076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CFCBC2"/>
                </a:solidFill>
                <a:latin typeface="Arial"/>
                <a:ea typeface="Arial"/>
                <a:cs typeface="Arial"/>
              </a:defRPr>
            </a:defPPr>
            <a:lvl1pPr algn="r">
              <a:defRPr sz="1425" b="1">
                <a:solidFill>
                  <a:srgbClr val="CFCBC2"/>
                </a:solidFill>
                <a:latin typeface="Arial"/>
                <a:ea typeface="Arial"/>
                <a:cs typeface="Arial"/>
              </a:defRPr>
            </a:lvl1pPr>
            <a:lvl2pPr algn="r">
              <a:defRPr sz="1425" b="1">
                <a:solidFill>
                  <a:srgbClr val="CFCBC2"/>
                </a:solidFill>
                <a:latin typeface="Arial"/>
                <a:ea typeface="Arial"/>
                <a:cs typeface="Arial"/>
              </a:defRPr>
            </a:lvl2pPr>
            <a:lvl3pPr algn="r">
              <a:defRPr sz="1425" b="1">
                <a:solidFill>
                  <a:srgbClr val="CFCBC2"/>
                </a:solidFill>
                <a:latin typeface="Arial"/>
                <a:ea typeface="Arial"/>
                <a:cs typeface="Arial"/>
              </a:defRPr>
            </a:lvl3pPr>
            <a:lvl4pPr algn="r">
              <a:defRPr sz="1425" b="1">
                <a:solidFill>
                  <a:srgbClr val="CFCBC2"/>
                </a:solidFill>
                <a:latin typeface="Arial"/>
                <a:ea typeface="Arial"/>
                <a:cs typeface="Arial"/>
              </a:defRPr>
            </a:lvl4pPr>
            <a:lvl5pPr algn="r">
              <a:defRPr sz="1425" b="1">
                <a:solidFill>
                  <a:srgbClr val="CFCBC2"/>
                </a:solidFill>
                <a:latin typeface="Arial"/>
                <a:ea typeface="Arial"/>
                <a:cs typeface="Arial"/>
              </a:defRPr>
            </a:lvl5pPr>
            <a:lvl6pPr algn="r">
              <a:defRPr sz="1425" b="1">
                <a:solidFill>
                  <a:srgbClr val="CFCBC2"/>
                </a:solidFill>
                <a:latin typeface="Arial"/>
                <a:ea typeface="Arial"/>
                <a:cs typeface="Arial"/>
              </a:defRPr>
            </a:lvl6pPr>
            <a:lvl7pPr algn="r">
              <a:defRPr sz="1425" b="1">
                <a:solidFill>
                  <a:srgbClr val="CFCBC2"/>
                </a:solidFill>
                <a:latin typeface="Arial"/>
                <a:ea typeface="Arial"/>
                <a:cs typeface="Arial"/>
              </a:defRPr>
            </a:lvl7pPr>
            <a:lvl8pPr algn="r">
              <a:defRPr sz="1425" b="1">
                <a:solidFill>
                  <a:srgbClr val="CFCBC2"/>
                </a:solidFill>
                <a:latin typeface="Arial"/>
                <a:ea typeface="Arial"/>
                <a:cs typeface="Arial"/>
              </a:defRPr>
            </a:lvl8pPr>
            <a:lvl9pPr algn="r">
              <a:defRPr sz="1425" b="1">
                <a:solidFill>
                  <a:srgbClr val="CFCBC2"/>
                </a:solidFill>
                <a:latin typeface="Arial"/>
                <a:ea typeface="Arial"/>
                <a:cs typeface="Arial"/>
              </a:defRPr>
            </a:lvl9pPr>
          </a:lstStyle>
          <a:p xmlns:a="http://schemas.openxmlformats.org/drawingml/2006/main">
            <a:pPr algn="r">
              <a:defRPr sz="1425" b="1">
                <a:solidFill>
                  <a:srgbClr val="CFCBC2"/>
                </a:solidFill>
                <a:latin typeface="Arial"/>
                <a:ea typeface="Arial"/>
                <a:cs typeface="Arial"/>
              </a:defRPr>
            </a:pPr>
            <a:r>
              <a:rPr sz="1425" b="1">
                <a:solidFill>
                  <a:srgbClr val="CFCBC2"/>
                </a:solidFill>
                <a:latin typeface="Arial"/>
                <a:ea typeface="Arial"/>
                <a:cs typeface="Arial"/>
              </a:rPr>
              <a:t>US PRIMARY AIRPORTS</a:t>
            </a:r>
          </a:p>
        </p:txBody>
      </p:sp>
      <p:sp>
        <p:nvSpPr>
          <p:cNvPr id="8" name="divider-7">
            <a:extLst xmlns:a="http://schemas.openxmlformats.org/drawingml/2006/main">
              <a:ext uri="{FF2B5EF4-FFF2-40B4-BE49-F238E27FC236}">
                <a16:creationId xmlns:a16="http://schemas.microsoft.com/office/drawing/2014/main" id="{89D99A5A-5D2A-41A0-B93F-FB63F0D5BF7F}"/>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9525">
            <a:solidFill>
              <a:srgbClr val="4B4942"/>
            </a:solidFill>
          </a:ln>
        </p:spPr>
      </p:sp>
      <p:sp>
        <p:nvSpPr>
          <p:cNvPr id="9" name="text-8">
            <a:extLst xmlns:a="http://schemas.openxmlformats.org/drawingml/2006/main">
              <a:ext uri="{FF2B5EF4-FFF2-40B4-BE49-F238E27FC236}">
                <a16:creationId xmlns:a16="http://schemas.microsoft.com/office/drawing/2014/main" id="{DA64DD3A-242F-4D13-B586-DE73AB89971F}"/>
              </a:ext>
            </a:extLst>
          </p:cNvPr>
          <p:cNvSpPr>
            <a:spLocks xmlns:a="http://schemas.openxmlformats.org/drawingml/2006/main" noGrp="1"/>
          </p:cNvSpPr>
          <p:nvPr/>
        </p:nvSpPr>
        <p:spPr>
          <a:xfrm xmlns:a="http://schemas.openxmlformats.org/drawingml/2006/main">
            <a:off x="609600" y="5457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7F6F2"/>
                </a:solidFill>
                <a:latin typeface="Arial"/>
                <a:ea typeface="Arial"/>
                <a:cs typeface="Arial"/>
              </a:defRPr>
            </a:defPPr>
            <a:lvl1pPr algn="l">
              <a:defRPr sz="2025" b="0">
                <a:solidFill>
                  <a:srgbClr val="F7F6F2"/>
                </a:solidFill>
                <a:latin typeface="Arial"/>
                <a:ea typeface="Arial"/>
                <a:cs typeface="Arial"/>
              </a:defRPr>
            </a:lvl1pPr>
            <a:lvl2pPr algn="l">
              <a:defRPr sz="2025" b="0">
                <a:solidFill>
                  <a:srgbClr val="F7F6F2"/>
                </a:solidFill>
                <a:latin typeface="Arial"/>
                <a:ea typeface="Arial"/>
                <a:cs typeface="Arial"/>
              </a:defRPr>
            </a:lvl2pPr>
            <a:lvl3pPr algn="l">
              <a:defRPr sz="2025" b="0">
                <a:solidFill>
                  <a:srgbClr val="F7F6F2"/>
                </a:solidFill>
                <a:latin typeface="Arial"/>
                <a:ea typeface="Arial"/>
                <a:cs typeface="Arial"/>
              </a:defRPr>
            </a:lvl3pPr>
            <a:lvl4pPr algn="l">
              <a:defRPr sz="2025" b="0">
                <a:solidFill>
                  <a:srgbClr val="F7F6F2"/>
                </a:solidFill>
                <a:latin typeface="Arial"/>
                <a:ea typeface="Arial"/>
                <a:cs typeface="Arial"/>
              </a:defRPr>
            </a:lvl4pPr>
            <a:lvl5pPr algn="l">
              <a:defRPr sz="2025" b="0">
                <a:solidFill>
                  <a:srgbClr val="F7F6F2"/>
                </a:solidFill>
                <a:latin typeface="Arial"/>
                <a:ea typeface="Arial"/>
                <a:cs typeface="Arial"/>
              </a:defRPr>
            </a:lvl5pPr>
            <a:lvl6pPr algn="l">
              <a:defRPr sz="2025" b="0">
                <a:solidFill>
                  <a:srgbClr val="F7F6F2"/>
                </a:solidFill>
                <a:latin typeface="Arial"/>
                <a:ea typeface="Arial"/>
                <a:cs typeface="Arial"/>
              </a:defRPr>
            </a:lvl6pPr>
            <a:lvl7pPr algn="l">
              <a:defRPr sz="2025" b="0">
                <a:solidFill>
                  <a:srgbClr val="F7F6F2"/>
                </a:solidFill>
                <a:latin typeface="Arial"/>
                <a:ea typeface="Arial"/>
                <a:cs typeface="Arial"/>
              </a:defRPr>
            </a:lvl7pPr>
            <a:lvl8pPr algn="l">
              <a:defRPr sz="2025" b="0">
                <a:solidFill>
                  <a:srgbClr val="F7F6F2"/>
                </a:solidFill>
                <a:latin typeface="Arial"/>
                <a:ea typeface="Arial"/>
                <a:cs typeface="Arial"/>
              </a:defRPr>
            </a:lvl8pPr>
            <a:lvl9pPr algn="l">
              <a:defRPr sz="2025" b="0">
                <a:solidFill>
                  <a:srgbClr val="F7F6F2"/>
                </a:solidFill>
                <a:latin typeface="Arial"/>
                <a:ea typeface="Arial"/>
                <a:cs typeface="Arial"/>
              </a:defRPr>
            </a:lvl9pPr>
          </a:lstStyle>
          <a:p xmlns:a="http://schemas.openxmlformats.org/drawingml/2006/main">
            <a:pPr algn="l">
              <a:defRPr sz="2025" b="0">
                <a:solidFill>
                  <a:srgbClr val="F7F6F2"/>
                </a:solidFill>
                <a:latin typeface="Arial"/>
                <a:ea typeface="Arial"/>
                <a:cs typeface="Arial"/>
              </a:defRPr>
            </a:pPr>
            <a:r>
              <a:rPr sz="2025" b="0">
                <a:solidFill>
                  <a:srgbClr val="F7F6F2"/>
                </a:solidFill>
                <a:latin typeface="Arial"/>
                <a:ea typeface="Arial"/>
                <a:cs typeface="Arial"/>
              </a:rPr>
              <a:t>Deterministic scores. Public sources. Visible evidence.</a:t>
            </a:r>
          </a:p>
        </p:txBody>
      </p:sp>
      <p:sp>
        <p:nvSpPr>
          <p:cNvPr id="10" name="text-9">
            <a:extLst xmlns:a="http://schemas.openxmlformats.org/drawingml/2006/main">
              <a:ext uri="{FF2B5EF4-FFF2-40B4-BE49-F238E27FC236}">
                <a16:creationId xmlns:a16="http://schemas.microsoft.com/office/drawing/2014/main" id="{70B79B47-A967-41E7-B72C-29EDD8638AB8}"/>
              </a:ext>
            </a:extLst>
          </p:cNvPr>
          <p:cNvSpPr>
            <a:spLocks xmlns:a="http://schemas.openxmlformats.org/drawingml/2006/main" noGrp="1"/>
          </p:cNvSpPr>
          <p:nvPr/>
        </p:nvSpPr>
        <p:spPr>
          <a:xfrm xmlns:a="http://schemas.openxmlformats.org/drawingml/2006/main">
            <a:off x="609600" y="595312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CFCBC2"/>
                </a:solidFill>
                <a:latin typeface="Arial"/>
                <a:ea typeface="Arial"/>
                <a:cs typeface="Arial"/>
              </a:defRPr>
            </a:defPPr>
            <a:lvl1pPr algn="l">
              <a:defRPr sz="1350" b="0">
                <a:solidFill>
                  <a:srgbClr val="CFCBC2"/>
                </a:solidFill>
                <a:latin typeface="Arial"/>
                <a:ea typeface="Arial"/>
                <a:cs typeface="Arial"/>
              </a:defRPr>
            </a:lvl1pPr>
            <a:lvl2pPr algn="l">
              <a:defRPr sz="1350" b="0">
                <a:solidFill>
                  <a:srgbClr val="CFCBC2"/>
                </a:solidFill>
                <a:latin typeface="Arial"/>
                <a:ea typeface="Arial"/>
                <a:cs typeface="Arial"/>
              </a:defRPr>
            </a:lvl2pPr>
            <a:lvl3pPr algn="l">
              <a:defRPr sz="1350" b="0">
                <a:solidFill>
                  <a:srgbClr val="CFCBC2"/>
                </a:solidFill>
                <a:latin typeface="Arial"/>
                <a:ea typeface="Arial"/>
                <a:cs typeface="Arial"/>
              </a:defRPr>
            </a:lvl3pPr>
            <a:lvl4pPr algn="l">
              <a:defRPr sz="1350" b="0">
                <a:solidFill>
                  <a:srgbClr val="CFCBC2"/>
                </a:solidFill>
                <a:latin typeface="Arial"/>
                <a:ea typeface="Arial"/>
                <a:cs typeface="Arial"/>
              </a:defRPr>
            </a:lvl4pPr>
            <a:lvl5pPr algn="l">
              <a:defRPr sz="1350" b="0">
                <a:solidFill>
                  <a:srgbClr val="CFCBC2"/>
                </a:solidFill>
                <a:latin typeface="Arial"/>
                <a:ea typeface="Arial"/>
                <a:cs typeface="Arial"/>
              </a:defRPr>
            </a:lvl5pPr>
            <a:lvl6pPr algn="l">
              <a:defRPr sz="1350" b="0">
                <a:solidFill>
                  <a:srgbClr val="CFCBC2"/>
                </a:solidFill>
                <a:latin typeface="Arial"/>
                <a:ea typeface="Arial"/>
                <a:cs typeface="Arial"/>
              </a:defRPr>
            </a:lvl6pPr>
            <a:lvl7pPr algn="l">
              <a:defRPr sz="1350" b="0">
                <a:solidFill>
                  <a:srgbClr val="CFCBC2"/>
                </a:solidFill>
                <a:latin typeface="Arial"/>
                <a:ea typeface="Arial"/>
                <a:cs typeface="Arial"/>
              </a:defRPr>
            </a:lvl7pPr>
            <a:lvl8pPr algn="l">
              <a:defRPr sz="1350" b="0">
                <a:solidFill>
                  <a:srgbClr val="CFCBC2"/>
                </a:solidFill>
                <a:latin typeface="Arial"/>
                <a:ea typeface="Arial"/>
                <a:cs typeface="Arial"/>
              </a:defRPr>
            </a:lvl8pPr>
            <a:lvl9pPr algn="l">
              <a:defRPr sz="1350" b="0">
                <a:solidFill>
                  <a:srgbClr val="CFCBC2"/>
                </a:solidFill>
                <a:latin typeface="Arial"/>
                <a:ea typeface="Arial"/>
                <a:cs typeface="Arial"/>
              </a:defRPr>
            </a:lvl9pPr>
          </a:lstStyle>
          <a:p xmlns:a="http://schemas.openxmlformats.org/drawingml/2006/main">
            <a:pPr algn="l">
              <a:defRPr sz="1350" b="0">
                <a:solidFill>
                  <a:srgbClr val="CFCBC2"/>
                </a:solidFill>
                <a:latin typeface="Arial"/>
                <a:ea typeface="Arial"/>
                <a:cs typeface="Arial"/>
              </a:defRPr>
            </a:pPr>
            <a:r>
              <a:rPr sz="1350" b="0">
                <a:solidFill>
                  <a:srgbClr val="CFCBC2"/>
                </a:solidFill>
                <a:latin typeface="Arial"/>
                <a:ea typeface="Arial"/>
                <a:cs typeface="Arial"/>
              </a:rPr>
              <a:t>Screens candidates for due diligence; project profitability requires further analysis.</a:t>
            </a:r>
          </a:p>
        </p:txBody>
      </p:sp>
    </p:spTree>
    <p:extLst>
      <p:ext uri="{BB962C8B-B14F-4D97-AF65-F5344CB8AC3E}">
        <p14:creationId xmlns:p14="http://schemas.microsoft.com/office/powerpoint/2010/main" val="1641335791"/>
      </p:ext>
    </p:extLst>
  </p:cSld>
</p:sld>
</file>

<file path=ppt/slides/slide2.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9" name="text-10">
            <a:extLst xmlns:a="http://schemas.openxmlformats.org/drawingml/2006/main">
              <a:ext uri="{FF2B5EF4-FFF2-40B4-BE49-F238E27FC236}">
                <a16:creationId xmlns:a16="http://schemas.microsoft.com/office/drawing/2014/main" id="{C146D4B3-8561-408C-9FD1-B72F3999457A}"/>
              </a:ext>
            </a:extLst>
          </p:cNvPr>
          <p:cNvSpPr>
            <a:spLocks xmlns:a="http://schemas.openxmlformats.org/drawingml/2006/main" noGrp="1"/>
          </p:cNvSpPr>
          <p:nvPr/>
        </p:nvSpPr>
        <p:spPr>
          <a:xfrm xmlns:a="http://schemas.openxmlformats.org/drawingml/2006/main">
            <a:off x="609600" y="304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66645E"/>
                </a:solidFill>
                <a:latin typeface="Arial"/>
                <a:ea typeface="Arial"/>
                <a:cs typeface="Arial"/>
              </a:defRPr>
            </a:defPPr>
            <a:lvl1pPr algn="l">
              <a:defRPr sz="1125" b="1">
                <a:solidFill>
                  <a:srgbClr val="66645E"/>
                </a:solidFill>
                <a:latin typeface="Arial"/>
                <a:ea typeface="Arial"/>
                <a:cs typeface="Arial"/>
              </a:defRPr>
            </a:lvl1pPr>
            <a:lvl2pPr algn="l">
              <a:defRPr sz="1125" b="1">
                <a:solidFill>
                  <a:srgbClr val="66645E"/>
                </a:solidFill>
                <a:latin typeface="Arial"/>
                <a:ea typeface="Arial"/>
                <a:cs typeface="Arial"/>
              </a:defRPr>
            </a:lvl2pPr>
            <a:lvl3pPr algn="l">
              <a:defRPr sz="1125" b="1">
                <a:solidFill>
                  <a:srgbClr val="66645E"/>
                </a:solidFill>
                <a:latin typeface="Arial"/>
                <a:ea typeface="Arial"/>
                <a:cs typeface="Arial"/>
              </a:defRPr>
            </a:lvl3pPr>
            <a:lvl4pPr algn="l">
              <a:defRPr sz="1125" b="1">
                <a:solidFill>
                  <a:srgbClr val="66645E"/>
                </a:solidFill>
                <a:latin typeface="Arial"/>
                <a:ea typeface="Arial"/>
                <a:cs typeface="Arial"/>
              </a:defRPr>
            </a:lvl4pPr>
            <a:lvl5pPr algn="l">
              <a:defRPr sz="1125" b="1">
                <a:solidFill>
                  <a:srgbClr val="66645E"/>
                </a:solidFill>
                <a:latin typeface="Arial"/>
                <a:ea typeface="Arial"/>
                <a:cs typeface="Arial"/>
              </a:defRPr>
            </a:lvl5pPr>
            <a:lvl6pPr algn="l">
              <a:defRPr sz="1125" b="1">
                <a:solidFill>
                  <a:srgbClr val="66645E"/>
                </a:solidFill>
                <a:latin typeface="Arial"/>
                <a:ea typeface="Arial"/>
                <a:cs typeface="Arial"/>
              </a:defRPr>
            </a:lvl6pPr>
            <a:lvl7pPr algn="l">
              <a:defRPr sz="1125" b="1">
                <a:solidFill>
                  <a:srgbClr val="66645E"/>
                </a:solidFill>
                <a:latin typeface="Arial"/>
                <a:ea typeface="Arial"/>
                <a:cs typeface="Arial"/>
              </a:defRPr>
            </a:lvl7pPr>
            <a:lvl8pPr algn="l">
              <a:defRPr sz="1125" b="1">
                <a:solidFill>
                  <a:srgbClr val="66645E"/>
                </a:solidFill>
                <a:latin typeface="Arial"/>
                <a:ea typeface="Arial"/>
                <a:cs typeface="Arial"/>
              </a:defRPr>
            </a:lvl8pPr>
            <a:lvl9pPr algn="l">
              <a:defRPr sz="1125" b="1">
                <a:solidFill>
                  <a:srgbClr val="66645E"/>
                </a:solidFill>
                <a:latin typeface="Arial"/>
                <a:ea typeface="Arial"/>
                <a:cs typeface="Arial"/>
              </a:defRPr>
            </a:lvl9pPr>
          </a:lstStyle>
          <a:p xmlns:a="http://schemas.openxmlformats.org/drawingml/2006/main">
            <a:pPr algn="l">
              <a:defRPr sz="1125" b="1">
                <a:solidFill>
                  <a:srgbClr val="66645E"/>
                </a:solidFill>
                <a:latin typeface="Arial"/>
                <a:ea typeface="Arial"/>
                <a:cs typeface="Arial"/>
              </a:defRPr>
            </a:pPr>
            <a:r>
              <a:rPr sz="1125" b="1">
                <a:solidFill>
                  <a:srgbClr val="66645E"/>
                </a:solidFill>
                <a:latin typeface="Arial"/>
                <a:ea typeface="Arial"/>
                <a:cs typeface="Arial"/>
              </a:rPr>
              <a:t>AIRPORT INVESTMENT INTELLIGENCE</a:t>
            </a:r>
          </a:p>
        </p:txBody>
      </p:sp>
      <p:sp>
        <p:nvSpPr>
          <p:cNvPr id="2" name="text-11">
            <a:extLst xmlns:a="http://schemas.openxmlformats.org/drawingml/2006/main">
              <a:ext uri="{FF2B5EF4-FFF2-40B4-BE49-F238E27FC236}">
                <a16:creationId xmlns:a16="http://schemas.microsoft.com/office/drawing/2014/main" id="{372A1326-986B-476C-9F53-168CC031F8BF}"/>
              </a:ext>
            </a:extLst>
          </p:cNvPr>
          <p:cNvSpPr>
            <a:spLocks xmlns:a="http://schemas.openxmlformats.org/drawingml/2006/main" noGrp="1"/>
          </p:cNvSpPr>
          <p:nvPr/>
        </p:nvSpPr>
        <p:spPr>
          <a:xfrm xmlns:a="http://schemas.openxmlformats.org/drawingml/2006/main">
            <a:off x="10810875" y="3048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645E"/>
                </a:solidFill>
                <a:latin typeface="Arial"/>
                <a:ea typeface="Arial"/>
                <a:cs typeface="Arial"/>
              </a:defRPr>
            </a:defPPr>
            <a:lvl1pPr algn="r">
              <a:defRPr sz="1125" b="0">
                <a:solidFill>
                  <a:srgbClr val="66645E"/>
                </a:solidFill>
                <a:latin typeface="Arial"/>
                <a:ea typeface="Arial"/>
                <a:cs typeface="Arial"/>
              </a:defRPr>
            </a:lvl1pPr>
            <a:lvl2pPr algn="r">
              <a:defRPr sz="1125" b="0">
                <a:solidFill>
                  <a:srgbClr val="66645E"/>
                </a:solidFill>
                <a:latin typeface="Arial"/>
                <a:ea typeface="Arial"/>
                <a:cs typeface="Arial"/>
              </a:defRPr>
            </a:lvl2pPr>
            <a:lvl3pPr algn="r">
              <a:defRPr sz="1125" b="0">
                <a:solidFill>
                  <a:srgbClr val="66645E"/>
                </a:solidFill>
                <a:latin typeface="Arial"/>
                <a:ea typeface="Arial"/>
                <a:cs typeface="Arial"/>
              </a:defRPr>
            </a:lvl3pPr>
            <a:lvl4pPr algn="r">
              <a:defRPr sz="1125" b="0">
                <a:solidFill>
                  <a:srgbClr val="66645E"/>
                </a:solidFill>
                <a:latin typeface="Arial"/>
                <a:ea typeface="Arial"/>
                <a:cs typeface="Arial"/>
              </a:defRPr>
            </a:lvl4pPr>
            <a:lvl5pPr algn="r">
              <a:defRPr sz="1125" b="0">
                <a:solidFill>
                  <a:srgbClr val="66645E"/>
                </a:solidFill>
                <a:latin typeface="Arial"/>
                <a:ea typeface="Arial"/>
                <a:cs typeface="Arial"/>
              </a:defRPr>
            </a:lvl5pPr>
            <a:lvl6pPr algn="r">
              <a:defRPr sz="1125" b="0">
                <a:solidFill>
                  <a:srgbClr val="66645E"/>
                </a:solidFill>
                <a:latin typeface="Arial"/>
                <a:ea typeface="Arial"/>
                <a:cs typeface="Arial"/>
              </a:defRPr>
            </a:lvl6pPr>
            <a:lvl7pPr algn="r">
              <a:defRPr sz="1125" b="0">
                <a:solidFill>
                  <a:srgbClr val="66645E"/>
                </a:solidFill>
                <a:latin typeface="Arial"/>
                <a:ea typeface="Arial"/>
                <a:cs typeface="Arial"/>
              </a:defRPr>
            </a:lvl7pPr>
            <a:lvl8pPr algn="r">
              <a:defRPr sz="1125" b="0">
                <a:solidFill>
                  <a:srgbClr val="66645E"/>
                </a:solidFill>
                <a:latin typeface="Arial"/>
                <a:ea typeface="Arial"/>
                <a:cs typeface="Arial"/>
              </a:defRPr>
            </a:lvl8pPr>
            <a:lvl9pPr algn="r">
              <a:defRPr sz="1125" b="0">
                <a:solidFill>
                  <a:srgbClr val="66645E"/>
                </a:solidFill>
                <a:latin typeface="Arial"/>
                <a:ea typeface="Arial"/>
                <a:cs typeface="Arial"/>
              </a:defRPr>
            </a:lvl9pPr>
          </a:lstStyle>
          <a:p xmlns:a="http://schemas.openxmlformats.org/drawingml/2006/main">
            <a:pPr algn="r">
              <a:defRPr sz="1125" b="0">
                <a:solidFill>
                  <a:srgbClr val="66645E"/>
                </a:solidFill>
                <a:latin typeface="Arial"/>
                <a:ea typeface="Arial"/>
                <a:cs typeface="Arial"/>
              </a:defRPr>
            </a:pPr>
            <a:r>
              <a:rPr sz="1125" b="0">
                <a:solidFill>
                  <a:srgbClr val="66645E"/>
                </a:solidFill>
                <a:latin typeface="Arial"/>
                <a:ea typeface="Arial"/>
                <a:cs typeface="Arial"/>
              </a:rPr>
              <a:t>03 / 06</a:t>
            </a:r>
          </a:p>
        </p:txBody>
      </p:sp>
      <p:sp>
        <p:nvSpPr>
          <p:cNvPr id="3" name="text-12">
            <a:extLst xmlns:a="http://schemas.openxmlformats.org/drawingml/2006/main">
              <a:ext uri="{FF2B5EF4-FFF2-40B4-BE49-F238E27FC236}">
                <a16:creationId xmlns:a16="http://schemas.microsoft.com/office/drawing/2014/main" id="{769E49BF-8294-44B4-AB5D-CBB62E7D5BD2}"/>
              </a:ext>
            </a:extLst>
          </p:cNvPr>
          <p:cNvSpPr>
            <a:spLocks xmlns:a="http://schemas.openxmlformats.org/drawingml/2006/main" noGrp="1"/>
          </p:cNvSpPr>
          <p:nvPr/>
        </p:nvSpPr>
        <p:spPr>
          <a:xfrm xmlns:a="http://schemas.openxmlformats.org/drawingml/2006/main">
            <a:off x="609600" y="65913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6645E"/>
                </a:solidFill>
                <a:latin typeface="Arial"/>
                <a:ea typeface="Arial"/>
                <a:cs typeface="Arial"/>
              </a:defRPr>
            </a:defPPr>
            <a:lvl1pPr algn="l">
              <a:defRPr sz="975" b="0">
                <a:solidFill>
                  <a:srgbClr val="66645E"/>
                </a:solidFill>
                <a:latin typeface="Arial"/>
                <a:ea typeface="Arial"/>
                <a:cs typeface="Arial"/>
              </a:defRPr>
            </a:lvl1pPr>
            <a:lvl2pPr algn="l">
              <a:defRPr sz="975" b="0">
                <a:solidFill>
                  <a:srgbClr val="66645E"/>
                </a:solidFill>
                <a:latin typeface="Arial"/>
                <a:ea typeface="Arial"/>
                <a:cs typeface="Arial"/>
              </a:defRPr>
            </a:lvl2pPr>
            <a:lvl3pPr algn="l">
              <a:defRPr sz="975" b="0">
                <a:solidFill>
                  <a:srgbClr val="66645E"/>
                </a:solidFill>
                <a:latin typeface="Arial"/>
                <a:ea typeface="Arial"/>
                <a:cs typeface="Arial"/>
              </a:defRPr>
            </a:lvl3pPr>
            <a:lvl4pPr algn="l">
              <a:defRPr sz="975" b="0">
                <a:solidFill>
                  <a:srgbClr val="66645E"/>
                </a:solidFill>
                <a:latin typeface="Arial"/>
                <a:ea typeface="Arial"/>
                <a:cs typeface="Arial"/>
              </a:defRPr>
            </a:lvl4pPr>
            <a:lvl5pPr algn="l">
              <a:defRPr sz="975" b="0">
                <a:solidFill>
                  <a:srgbClr val="66645E"/>
                </a:solidFill>
                <a:latin typeface="Arial"/>
                <a:ea typeface="Arial"/>
                <a:cs typeface="Arial"/>
              </a:defRPr>
            </a:lvl5pPr>
            <a:lvl6pPr algn="l">
              <a:defRPr sz="975" b="0">
                <a:solidFill>
                  <a:srgbClr val="66645E"/>
                </a:solidFill>
                <a:latin typeface="Arial"/>
                <a:ea typeface="Arial"/>
                <a:cs typeface="Arial"/>
              </a:defRPr>
            </a:lvl6pPr>
            <a:lvl7pPr algn="l">
              <a:defRPr sz="975" b="0">
                <a:solidFill>
                  <a:srgbClr val="66645E"/>
                </a:solidFill>
                <a:latin typeface="Arial"/>
                <a:ea typeface="Arial"/>
                <a:cs typeface="Arial"/>
              </a:defRPr>
            </a:lvl7pPr>
            <a:lvl8pPr algn="l">
              <a:defRPr sz="975" b="0">
                <a:solidFill>
                  <a:srgbClr val="66645E"/>
                </a:solidFill>
                <a:latin typeface="Arial"/>
                <a:ea typeface="Arial"/>
                <a:cs typeface="Arial"/>
              </a:defRPr>
            </a:lvl8pPr>
            <a:lvl9pPr algn="l">
              <a:defRPr sz="975" b="0">
                <a:solidFill>
                  <a:srgbClr val="66645E"/>
                </a:solidFill>
                <a:latin typeface="Arial"/>
                <a:ea typeface="Arial"/>
                <a:cs typeface="Arial"/>
              </a:defRPr>
            </a:lvl9pPr>
          </a:lstStyle>
          <a:p xmlns:a="http://schemas.openxmlformats.org/drawingml/2006/main">
            <a:pPr algn="l">
              <a:defRPr sz="975" b="0">
                <a:solidFill>
                  <a:srgbClr val="66645E"/>
                </a:solidFill>
                <a:latin typeface="Arial"/>
                <a:ea typeface="Arial"/>
                <a:cs typeface="Arial"/>
              </a:defRPr>
            </a:pPr>
            <a:r>
              <a:rPr sz="975" b="0">
                <a:solidFill>
                  <a:srgbClr val="66645E"/>
                </a:solidFill>
                <a:latin typeface="Arial"/>
                <a:ea typeface="Arial"/>
                <a:cs typeface="Arial"/>
              </a:rPr>
              <a:t>ARCHITECTURE</a:t>
            </a:r>
          </a:p>
        </p:txBody>
      </p:sp>
      <p:sp>
        <p:nvSpPr>
          <p:cNvPr id="4" name="slide-title">
            <a:extLst xmlns:a="http://schemas.openxmlformats.org/drawingml/2006/main">
              <a:ext uri="{FF2B5EF4-FFF2-40B4-BE49-F238E27FC236}">
                <a16:creationId xmlns:a16="http://schemas.microsoft.com/office/drawing/2014/main" id="{8761C54D-746F-4590-AB24-5296FB72F623}"/>
              </a:ext>
            </a:extLst>
          </p:cNvPr>
          <p:cNvSpPr>
            <a:spLocks xmlns:a="http://schemas.openxmlformats.org/drawingml/2006/main" noGrp="1"/>
          </p:cNvSpPr>
          <p:nvPr/>
        </p:nvSpPr>
        <p:spPr>
          <a:xfrm xmlns:a="http://schemas.openxmlformats.org/drawingml/2006/main">
            <a:off x="609600" y="8858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B1A17"/>
                </a:solidFill>
                <a:latin typeface="Georgia"/>
                <a:ea typeface="Georgia"/>
                <a:cs typeface="Georgia"/>
              </a:defRPr>
            </a:defPPr>
            <a:lvl1pPr algn="l">
              <a:defRPr sz="3600" b="0">
                <a:solidFill>
                  <a:srgbClr val="1B1A17"/>
                </a:solidFill>
                <a:latin typeface="Georgia"/>
                <a:ea typeface="Georgia"/>
                <a:cs typeface="Georgia"/>
              </a:defRPr>
            </a:lvl1pPr>
            <a:lvl2pPr algn="l">
              <a:defRPr sz="3600" b="0">
                <a:solidFill>
                  <a:srgbClr val="1B1A17"/>
                </a:solidFill>
                <a:latin typeface="Georgia"/>
                <a:ea typeface="Georgia"/>
                <a:cs typeface="Georgia"/>
              </a:defRPr>
            </a:lvl2pPr>
            <a:lvl3pPr algn="l">
              <a:defRPr sz="3600" b="0">
                <a:solidFill>
                  <a:srgbClr val="1B1A17"/>
                </a:solidFill>
                <a:latin typeface="Georgia"/>
                <a:ea typeface="Georgia"/>
                <a:cs typeface="Georgia"/>
              </a:defRPr>
            </a:lvl3pPr>
            <a:lvl4pPr algn="l">
              <a:defRPr sz="3600" b="0">
                <a:solidFill>
                  <a:srgbClr val="1B1A17"/>
                </a:solidFill>
                <a:latin typeface="Georgia"/>
                <a:ea typeface="Georgia"/>
                <a:cs typeface="Georgia"/>
              </a:defRPr>
            </a:lvl4pPr>
            <a:lvl5pPr algn="l">
              <a:defRPr sz="3600" b="0">
                <a:solidFill>
                  <a:srgbClr val="1B1A17"/>
                </a:solidFill>
                <a:latin typeface="Georgia"/>
                <a:ea typeface="Georgia"/>
                <a:cs typeface="Georgia"/>
              </a:defRPr>
            </a:lvl5pPr>
            <a:lvl6pPr algn="l">
              <a:defRPr sz="3600" b="0">
                <a:solidFill>
                  <a:srgbClr val="1B1A17"/>
                </a:solidFill>
                <a:latin typeface="Georgia"/>
                <a:ea typeface="Georgia"/>
                <a:cs typeface="Georgia"/>
              </a:defRPr>
            </a:lvl6pPr>
            <a:lvl7pPr algn="l">
              <a:defRPr sz="3600" b="0">
                <a:solidFill>
                  <a:srgbClr val="1B1A17"/>
                </a:solidFill>
                <a:latin typeface="Georgia"/>
                <a:ea typeface="Georgia"/>
                <a:cs typeface="Georgia"/>
              </a:defRPr>
            </a:lvl7pPr>
            <a:lvl8pPr algn="l">
              <a:defRPr sz="3600" b="0">
                <a:solidFill>
                  <a:srgbClr val="1B1A17"/>
                </a:solidFill>
                <a:latin typeface="Georgia"/>
                <a:ea typeface="Georgia"/>
                <a:cs typeface="Georgia"/>
              </a:defRPr>
            </a:lvl8pPr>
            <a:lvl9pPr algn="l">
              <a:defRPr sz="3600" b="0">
                <a:solidFill>
                  <a:srgbClr val="1B1A17"/>
                </a:solidFill>
                <a:latin typeface="Georgia"/>
                <a:ea typeface="Georgia"/>
                <a:cs typeface="Georgia"/>
              </a:defRPr>
            </a:lvl9pPr>
          </a:lstStyle>
          <a:p xmlns:a="http://schemas.openxmlformats.org/drawingml/2006/main">
            <a:pPr algn="l">
              <a:defRPr sz="3600" b="0">
                <a:solidFill>
                  <a:srgbClr val="1B1A17"/>
                </a:solidFill>
                <a:latin typeface="Georgia"/>
                <a:ea typeface="Georgia"/>
                <a:cs typeface="Georgia"/>
              </a:defRPr>
            </a:pPr>
            <a:r>
              <a:rPr sz="3600" b="0">
                <a:solidFill>
                  <a:srgbClr val="1B1A17"/>
                </a:solidFill>
                <a:latin typeface="Georgia"/>
                <a:ea typeface="Georgia"/>
                <a:cs typeface="Georgia"/>
              </a:rPr>
              <a:t>How the analyst works</a:t>
            </a:r>
          </a:p>
        </p:txBody>
      </p:sp>
      <p:sp>
        <p:nvSpPr>
          <p:cNvPr id="5" name="text-13">
            <a:extLst xmlns:a="http://schemas.openxmlformats.org/drawingml/2006/main">
              <a:ext uri="{FF2B5EF4-FFF2-40B4-BE49-F238E27FC236}">
                <a16:creationId xmlns:a16="http://schemas.microsoft.com/office/drawing/2014/main" id="{815F6291-EBF6-4814-9277-8B75E517BDC9}"/>
              </a:ext>
            </a:extLst>
          </p:cNvPr>
          <p:cNvSpPr>
            <a:spLocks xmlns:a="http://schemas.openxmlformats.org/drawingml/2006/main" noGrp="1"/>
          </p:cNvSpPr>
          <p:nvPr/>
        </p:nvSpPr>
        <p:spPr>
          <a:xfrm xmlns:a="http://schemas.openxmlformats.org/drawingml/2006/main">
            <a:off x="609600" y="21336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7C69A8"/>
                </a:solidFill>
                <a:latin typeface="Arial"/>
                <a:ea typeface="Arial"/>
                <a:cs typeface="Arial"/>
              </a:defRPr>
            </a:defPPr>
            <a:lvl1pPr algn="l">
              <a:defRPr sz="1425" b="1">
                <a:solidFill>
                  <a:srgbClr val="7C69A8"/>
                </a:solidFill>
                <a:latin typeface="Arial"/>
                <a:ea typeface="Arial"/>
                <a:cs typeface="Arial"/>
              </a:defRPr>
            </a:lvl1pPr>
            <a:lvl2pPr algn="l">
              <a:defRPr sz="1425" b="1">
                <a:solidFill>
                  <a:srgbClr val="7C69A8"/>
                </a:solidFill>
                <a:latin typeface="Arial"/>
                <a:ea typeface="Arial"/>
                <a:cs typeface="Arial"/>
              </a:defRPr>
            </a:lvl2pPr>
            <a:lvl3pPr algn="l">
              <a:defRPr sz="1425" b="1">
                <a:solidFill>
                  <a:srgbClr val="7C69A8"/>
                </a:solidFill>
                <a:latin typeface="Arial"/>
                <a:ea typeface="Arial"/>
                <a:cs typeface="Arial"/>
              </a:defRPr>
            </a:lvl3pPr>
            <a:lvl4pPr algn="l">
              <a:defRPr sz="1425" b="1">
                <a:solidFill>
                  <a:srgbClr val="7C69A8"/>
                </a:solidFill>
                <a:latin typeface="Arial"/>
                <a:ea typeface="Arial"/>
                <a:cs typeface="Arial"/>
              </a:defRPr>
            </a:lvl4pPr>
            <a:lvl5pPr algn="l">
              <a:defRPr sz="1425" b="1">
                <a:solidFill>
                  <a:srgbClr val="7C69A8"/>
                </a:solidFill>
                <a:latin typeface="Arial"/>
                <a:ea typeface="Arial"/>
                <a:cs typeface="Arial"/>
              </a:defRPr>
            </a:lvl5pPr>
            <a:lvl6pPr algn="l">
              <a:defRPr sz="1425" b="1">
                <a:solidFill>
                  <a:srgbClr val="7C69A8"/>
                </a:solidFill>
                <a:latin typeface="Arial"/>
                <a:ea typeface="Arial"/>
                <a:cs typeface="Arial"/>
              </a:defRPr>
            </a:lvl6pPr>
            <a:lvl7pPr algn="l">
              <a:defRPr sz="1425" b="1">
                <a:solidFill>
                  <a:srgbClr val="7C69A8"/>
                </a:solidFill>
                <a:latin typeface="Arial"/>
                <a:ea typeface="Arial"/>
                <a:cs typeface="Arial"/>
              </a:defRPr>
            </a:lvl7pPr>
            <a:lvl8pPr algn="l">
              <a:defRPr sz="1425" b="1">
                <a:solidFill>
                  <a:srgbClr val="7C69A8"/>
                </a:solidFill>
                <a:latin typeface="Arial"/>
                <a:ea typeface="Arial"/>
                <a:cs typeface="Arial"/>
              </a:defRPr>
            </a:lvl8pPr>
            <a:lvl9pPr algn="l">
              <a:defRPr sz="1425" b="1">
                <a:solidFill>
                  <a:srgbClr val="7C69A8"/>
                </a:solidFill>
                <a:latin typeface="Arial"/>
                <a:ea typeface="Arial"/>
                <a:cs typeface="Arial"/>
              </a:defRPr>
            </a:lvl9pPr>
          </a:lstStyle>
          <a:p xmlns:a="http://schemas.openxmlformats.org/drawingml/2006/main">
            <a:pPr algn="l">
              <a:defRPr sz="1425" b="1">
                <a:solidFill>
                  <a:srgbClr val="7C69A8"/>
                </a:solidFill>
                <a:latin typeface="Arial"/>
                <a:ea typeface="Arial"/>
                <a:cs typeface="Arial"/>
              </a:defRPr>
            </a:pPr>
            <a:r>
              <a:rPr sz="1425" b="1">
                <a:solidFill>
                  <a:srgbClr val="7C69A8"/>
                </a:solidFill>
                <a:latin typeface="Arial"/>
                <a:ea typeface="Arial"/>
                <a:cs typeface="Arial"/>
              </a:rPr>
              <a:t>01</a:t>
            </a:r>
          </a:p>
        </p:txBody>
      </p:sp>
      <p:sp>
        <p:nvSpPr>
          <p:cNvPr id="6" name="text-14">
            <a:extLst xmlns:a="http://schemas.openxmlformats.org/drawingml/2006/main">
              <a:ext uri="{FF2B5EF4-FFF2-40B4-BE49-F238E27FC236}">
                <a16:creationId xmlns:a16="http://schemas.microsoft.com/office/drawing/2014/main" id="{0ED96ACA-0EE3-4820-B44D-6067ECDD8292}"/>
              </a:ext>
            </a:extLst>
          </p:cNvPr>
          <p:cNvSpPr>
            <a:spLocks xmlns:a="http://schemas.openxmlformats.org/drawingml/2006/main" noGrp="1"/>
          </p:cNvSpPr>
          <p:nvPr/>
        </p:nvSpPr>
        <p:spPr>
          <a:xfrm xmlns:a="http://schemas.openxmlformats.org/drawingml/2006/main">
            <a:off x="609600" y="2571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B1A17"/>
                </a:solidFill>
                <a:latin typeface="Arial"/>
                <a:ea typeface="Arial"/>
                <a:cs typeface="Arial"/>
              </a:defRPr>
            </a:defPPr>
            <a:lvl1pPr algn="l">
              <a:defRPr sz="2775" b="1">
                <a:solidFill>
                  <a:srgbClr val="1B1A17"/>
                </a:solidFill>
                <a:latin typeface="Arial"/>
                <a:ea typeface="Arial"/>
                <a:cs typeface="Arial"/>
              </a:defRPr>
            </a:lvl1pPr>
            <a:lvl2pPr algn="l">
              <a:defRPr sz="2775" b="1">
                <a:solidFill>
                  <a:srgbClr val="1B1A17"/>
                </a:solidFill>
                <a:latin typeface="Arial"/>
                <a:ea typeface="Arial"/>
                <a:cs typeface="Arial"/>
              </a:defRPr>
            </a:lvl2pPr>
            <a:lvl3pPr algn="l">
              <a:defRPr sz="2775" b="1">
                <a:solidFill>
                  <a:srgbClr val="1B1A17"/>
                </a:solidFill>
                <a:latin typeface="Arial"/>
                <a:ea typeface="Arial"/>
                <a:cs typeface="Arial"/>
              </a:defRPr>
            </a:lvl3pPr>
            <a:lvl4pPr algn="l">
              <a:defRPr sz="2775" b="1">
                <a:solidFill>
                  <a:srgbClr val="1B1A17"/>
                </a:solidFill>
                <a:latin typeface="Arial"/>
                <a:ea typeface="Arial"/>
                <a:cs typeface="Arial"/>
              </a:defRPr>
            </a:lvl4pPr>
            <a:lvl5pPr algn="l">
              <a:defRPr sz="2775" b="1">
                <a:solidFill>
                  <a:srgbClr val="1B1A17"/>
                </a:solidFill>
                <a:latin typeface="Arial"/>
                <a:ea typeface="Arial"/>
                <a:cs typeface="Arial"/>
              </a:defRPr>
            </a:lvl5pPr>
            <a:lvl6pPr algn="l">
              <a:defRPr sz="2775" b="1">
                <a:solidFill>
                  <a:srgbClr val="1B1A17"/>
                </a:solidFill>
                <a:latin typeface="Arial"/>
                <a:ea typeface="Arial"/>
                <a:cs typeface="Arial"/>
              </a:defRPr>
            </a:lvl6pPr>
            <a:lvl7pPr algn="l">
              <a:defRPr sz="2775" b="1">
                <a:solidFill>
                  <a:srgbClr val="1B1A17"/>
                </a:solidFill>
                <a:latin typeface="Arial"/>
                <a:ea typeface="Arial"/>
                <a:cs typeface="Arial"/>
              </a:defRPr>
            </a:lvl7pPr>
            <a:lvl8pPr algn="l">
              <a:defRPr sz="2775" b="1">
                <a:solidFill>
                  <a:srgbClr val="1B1A17"/>
                </a:solidFill>
                <a:latin typeface="Arial"/>
                <a:ea typeface="Arial"/>
                <a:cs typeface="Arial"/>
              </a:defRPr>
            </a:lvl8pPr>
            <a:lvl9pPr algn="l">
              <a:defRPr sz="2775" b="1">
                <a:solidFill>
                  <a:srgbClr val="1B1A17"/>
                </a:solidFill>
                <a:latin typeface="Arial"/>
                <a:ea typeface="Arial"/>
                <a:cs typeface="Arial"/>
              </a:defRPr>
            </a:lvl9pPr>
          </a:lstStyle>
          <a:p xmlns:a="http://schemas.openxmlformats.org/drawingml/2006/main">
            <a:pPr algn="l">
              <a:defRPr sz="2775" b="1">
                <a:solidFill>
                  <a:srgbClr val="1B1A17"/>
                </a:solidFill>
                <a:latin typeface="Arial"/>
                <a:ea typeface="Arial"/>
                <a:cs typeface="Arial"/>
              </a:defRPr>
            </a:pPr>
            <a:r>
              <a:rPr sz="2775" b="1">
                <a:solidFill>
                  <a:srgbClr val="1B1A17"/>
                </a:solidFill>
                <a:latin typeface="Arial"/>
                <a:ea typeface="Arial"/>
                <a:cs typeface="Arial"/>
              </a:rPr>
              <a:t>Ask</a:t>
            </a:r>
          </a:p>
        </p:txBody>
      </p:sp>
      <p:sp>
        <p:nvSpPr>
          <p:cNvPr id="7" name="text-15">
            <a:extLst xmlns:a="http://schemas.openxmlformats.org/drawingml/2006/main">
              <a:ext uri="{FF2B5EF4-FFF2-40B4-BE49-F238E27FC236}">
                <a16:creationId xmlns:a16="http://schemas.microsoft.com/office/drawing/2014/main" id="{6A87EFFC-0FEE-421E-8F20-3014752F28ED}"/>
              </a:ext>
            </a:extLst>
          </p:cNvPr>
          <p:cNvSpPr>
            <a:spLocks xmlns:a="http://schemas.openxmlformats.org/drawingml/2006/main" noGrp="1"/>
          </p:cNvSpPr>
          <p:nvPr/>
        </p:nvSpPr>
        <p:spPr>
          <a:xfrm xmlns:a="http://schemas.openxmlformats.org/drawingml/2006/main">
            <a:off x="609600" y="3209925"/>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B1A17"/>
                </a:solidFill>
                <a:latin typeface="Arial"/>
                <a:ea typeface="Arial"/>
                <a:cs typeface="Arial"/>
              </a:defRPr>
            </a:defPPr>
            <a:lvl1pPr algn="l">
              <a:defRPr sz="1650" b="1">
                <a:solidFill>
                  <a:srgbClr val="1B1A17"/>
                </a:solidFill>
                <a:latin typeface="Arial"/>
                <a:ea typeface="Arial"/>
                <a:cs typeface="Arial"/>
              </a:defRPr>
            </a:lvl1pPr>
            <a:lvl2pPr algn="l">
              <a:defRPr sz="1650" b="1">
                <a:solidFill>
                  <a:srgbClr val="1B1A17"/>
                </a:solidFill>
                <a:latin typeface="Arial"/>
                <a:ea typeface="Arial"/>
                <a:cs typeface="Arial"/>
              </a:defRPr>
            </a:lvl2pPr>
            <a:lvl3pPr algn="l">
              <a:defRPr sz="1650" b="1">
                <a:solidFill>
                  <a:srgbClr val="1B1A17"/>
                </a:solidFill>
                <a:latin typeface="Arial"/>
                <a:ea typeface="Arial"/>
                <a:cs typeface="Arial"/>
              </a:defRPr>
            </a:lvl3pPr>
            <a:lvl4pPr algn="l">
              <a:defRPr sz="1650" b="1">
                <a:solidFill>
                  <a:srgbClr val="1B1A17"/>
                </a:solidFill>
                <a:latin typeface="Arial"/>
                <a:ea typeface="Arial"/>
                <a:cs typeface="Arial"/>
              </a:defRPr>
            </a:lvl4pPr>
            <a:lvl5pPr algn="l">
              <a:defRPr sz="1650" b="1">
                <a:solidFill>
                  <a:srgbClr val="1B1A17"/>
                </a:solidFill>
                <a:latin typeface="Arial"/>
                <a:ea typeface="Arial"/>
                <a:cs typeface="Arial"/>
              </a:defRPr>
            </a:lvl5pPr>
            <a:lvl6pPr algn="l">
              <a:defRPr sz="1650" b="1">
                <a:solidFill>
                  <a:srgbClr val="1B1A17"/>
                </a:solidFill>
                <a:latin typeface="Arial"/>
                <a:ea typeface="Arial"/>
                <a:cs typeface="Arial"/>
              </a:defRPr>
            </a:lvl6pPr>
            <a:lvl7pPr algn="l">
              <a:defRPr sz="1650" b="1">
                <a:solidFill>
                  <a:srgbClr val="1B1A17"/>
                </a:solidFill>
                <a:latin typeface="Arial"/>
                <a:ea typeface="Arial"/>
                <a:cs typeface="Arial"/>
              </a:defRPr>
            </a:lvl7pPr>
            <a:lvl8pPr algn="l">
              <a:defRPr sz="1650" b="1">
                <a:solidFill>
                  <a:srgbClr val="1B1A17"/>
                </a:solidFill>
                <a:latin typeface="Arial"/>
                <a:ea typeface="Arial"/>
                <a:cs typeface="Arial"/>
              </a:defRPr>
            </a:lvl8pPr>
            <a:lvl9pPr algn="l">
              <a:defRPr sz="1650" b="1">
                <a:solidFill>
                  <a:srgbClr val="1B1A17"/>
                </a:solidFill>
                <a:latin typeface="Arial"/>
                <a:ea typeface="Arial"/>
                <a:cs typeface="Arial"/>
              </a:defRPr>
            </a:lvl9pPr>
          </a:lstStyle>
          <a:p xmlns:a="http://schemas.openxmlformats.org/drawingml/2006/main">
            <a:pPr algn="l">
              <a:defRPr sz="1650" b="1">
                <a:solidFill>
                  <a:srgbClr val="1B1A17"/>
                </a:solidFill>
                <a:latin typeface="Arial"/>
                <a:ea typeface="Arial"/>
                <a:cs typeface="Arial"/>
              </a:defRPr>
            </a:pPr>
            <a:r>
              <a:rPr sz="1650" b="1">
                <a:solidFill>
                  <a:srgbClr val="1B1A17"/>
                </a:solidFill>
                <a:latin typeface="Arial"/>
                <a:ea typeface="Arial"/>
                <a:cs typeface="Arial"/>
              </a:rPr>
              <a:t>Chat or voice</a:t>
            </a:r>
          </a:p>
        </p:txBody>
      </p:sp>
      <p:sp>
        <p:nvSpPr>
          <p:cNvPr id="8" name="text-16">
            <a:extLst xmlns:a="http://schemas.openxmlformats.org/drawingml/2006/main">
              <a:ext uri="{FF2B5EF4-FFF2-40B4-BE49-F238E27FC236}">
                <a16:creationId xmlns:a16="http://schemas.microsoft.com/office/drawing/2014/main" id="{D40D7624-C87A-4DAD-BC05-EE2444A128FD}"/>
              </a:ext>
            </a:extLst>
          </p:cNvPr>
          <p:cNvSpPr>
            <a:spLocks xmlns:a="http://schemas.openxmlformats.org/drawingml/2006/main" noGrp="1"/>
          </p:cNvSpPr>
          <p:nvPr/>
        </p:nvSpPr>
        <p:spPr>
          <a:xfrm xmlns:a="http://schemas.openxmlformats.org/drawingml/2006/main">
            <a:off x="609600" y="366712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6645E"/>
                </a:solidFill>
                <a:latin typeface="Arial"/>
                <a:ea typeface="Arial"/>
                <a:cs typeface="Arial"/>
              </a:defRPr>
            </a:defPPr>
            <a:lvl1pPr algn="l">
              <a:defRPr sz="1650" b="0">
                <a:solidFill>
                  <a:srgbClr val="66645E"/>
                </a:solidFill>
                <a:latin typeface="Arial"/>
                <a:ea typeface="Arial"/>
                <a:cs typeface="Arial"/>
              </a:defRPr>
            </a:lvl1pPr>
            <a:lvl2pPr algn="l">
              <a:defRPr sz="1650" b="0">
                <a:solidFill>
                  <a:srgbClr val="66645E"/>
                </a:solidFill>
                <a:latin typeface="Arial"/>
                <a:ea typeface="Arial"/>
                <a:cs typeface="Arial"/>
              </a:defRPr>
            </a:lvl2pPr>
            <a:lvl3pPr algn="l">
              <a:defRPr sz="1650" b="0">
                <a:solidFill>
                  <a:srgbClr val="66645E"/>
                </a:solidFill>
                <a:latin typeface="Arial"/>
                <a:ea typeface="Arial"/>
                <a:cs typeface="Arial"/>
              </a:defRPr>
            </a:lvl3pPr>
            <a:lvl4pPr algn="l">
              <a:defRPr sz="1650" b="0">
                <a:solidFill>
                  <a:srgbClr val="66645E"/>
                </a:solidFill>
                <a:latin typeface="Arial"/>
                <a:ea typeface="Arial"/>
                <a:cs typeface="Arial"/>
              </a:defRPr>
            </a:lvl4pPr>
            <a:lvl5pPr algn="l">
              <a:defRPr sz="1650" b="0">
                <a:solidFill>
                  <a:srgbClr val="66645E"/>
                </a:solidFill>
                <a:latin typeface="Arial"/>
                <a:ea typeface="Arial"/>
                <a:cs typeface="Arial"/>
              </a:defRPr>
            </a:lvl5pPr>
            <a:lvl6pPr algn="l">
              <a:defRPr sz="1650" b="0">
                <a:solidFill>
                  <a:srgbClr val="66645E"/>
                </a:solidFill>
                <a:latin typeface="Arial"/>
                <a:ea typeface="Arial"/>
                <a:cs typeface="Arial"/>
              </a:defRPr>
            </a:lvl6pPr>
            <a:lvl7pPr algn="l">
              <a:defRPr sz="1650" b="0">
                <a:solidFill>
                  <a:srgbClr val="66645E"/>
                </a:solidFill>
                <a:latin typeface="Arial"/>
                <a:ea typeface="Arial"/>
                <a:cs typeface="Arial"/>
              </a:defRPr>
            </a:lvl7pPr>
            <a:lvl8pPr algn="l">
              <a:defRPr sz="1650" b="0">
                <a:solidFill>
                  <a:srgbClr val="66645E"/>
                </a:solidFill>
                <a:latin typeface="Arial"/>
                <a:ea typeface="Arial"/>
                <a:cs typeface="Arial"/>
              </a:defRPr>
            </a:lvl8pPr>
            <a:lvl9pPr algn="l">
              <a:defRPr sz="1650" b="0">
                <a:solidFill>
                  <a:srgbClr val="66645E"/>
                </a:solidFill>
                <a:latin typeface="Arial"/>
                <a:ea typeface="Arial"/>
                <a:cs typeface="Arial"/>
              </a:defRPr>
            </a:lvl9pPr>
          </a:lstStyle>
          <a:p xmlns:a="http://schemas.openxmlformats.org/drawingml/2006/main">
            <a:pPr algn="l">
              <a:defRPr sz="1650" b="0">
                <a:solidFill>
                  <a:srgbClr val="66645E"/>
                </a:solidFill>
                <a:latin typeface="Arial"/>
                <a:ea typeface="Arial"/>
                <a:cs typeface="Arial"/>
              </a:defRPr>
            </a:pPr>
            <a:r>
              <a:rPr sz="1650" b="0">
                <a:solidFill>
                  <a:srgbClr val="66645E"/>
                </a:solidFill>
                <a:latin typeface="Arial"/>
                <a:ea typeface="Arial"/>
                <a:cs typeface="Arial"/>
              </a:rPr>
              <a:t>Next.js chat receives the question and preserves conversational context.</a:t>
            </a:r>
          </a:p>
        </p:txBody>
      </p:sp>
      <p:sp>
        <p:nvSpPr>
          <p:cNvPr id="9" name="divider-17">
            <a:extLst xmlns:a="http://schemas.openxmlformats.org/drawingml/2006/main">
              <a:ext uri="{FF2B5EF4-FFF2-40B4-BE49-F238E27FC236}">
                <a16:creationId xmlns:a16="http://schemas.microsoft.com/office/drawing/2014/main" id="{2DE6A195-6D03-42F5-BE1C-9C367B61E300}"/>
              </a:ext>
            </a:extLst>
          </p:cNvPr>
          <p:cNvSpPr>
            <a:spLocks xmlns:a="http://schemas.openxmlformats.org/drawingml/2006/main" noGrp="1"/>
          </p:cNvSpPr>
          <p:nvPr/>
        </p:nvSpPr>
        <p:spPr>
          <a:xfrm xmlns:a="http://schemas.openxmlformats.org/drawingml/2006/main">
            <a:off x="3009900" y="2790825"/>
            <a:ext cx="24765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0" name="text-18">
            <a:extLst xmlns:a="http://schemas.openxmlformats.org/drawingml/2006/main">
              <a:ext uri="{FF2B5EF4-FFF2-40B4-BE49-F238E27FC236}">
                <a16:creationId xmlns:a16="http://schemas.microsoft.com/office/drawing/2014/main" id="{5F1009E2-0965-48EC-95AB-0269C4907753}"/>
              </a:ext>
            </a:extLst>
          </p:cNvPr>
          <p:cNvSpPr>
            <a:spLocks xmlns:a="http://schemas.openxmlformats.org/drawingml/2006/main" noGrp="1"/>
          </p:cNvSpPr>
          <p:nvPr/>
        </p:nvSpPr>
        <p:spPr>
          <a:xfrm xmlns:a="http://schemas.openxmlformats.org/drawingml/2006/main">
            <a:off x="3429000" y="21336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7C69A8"/>
                </a:solidFill>
                <a:latin typeface="Arial"/>
                <a:ea typeface="Arial"/>
                <a:cs typeface="Arial"/>
              </a:defRPr>
            </a:defPPr>
            <a:lvl1pPr algn="l">
              <a:defRPr sz="1425" b="1">
                <a:solidFill>
                  <a:srgbClr val="7C69A8"/>
                </a:solidFill>
                <a:latin typeface="Arial"/>
                <a:ea typeface="Arial"/>
                <a:cs typeface="Arial"/>
              </a:defRPr>
            </a:lvl1pPr>
            <a:lvl2pPr algn="l">
              <a:defRPr sz="1425" b="1">
                <a:solidFill>
                  <a:srgbClr val="7C69A8"/>
                </a:solidFill>
                <a:latin typeface="Arial"/>
                <a:ea typeface="Arial"/>
                <a:cs typeface="Arial"/>
              </a:defRPr>
            </a:lvl2pPr>
            <a:lvl3pPr algn="l">
              <a:defRPr sz="1425" b="1">
                <a:solidFill>
                  <a:srgbClr val="7C69A8"/>
                </a:solidFill>
                <a:latin typeface="Arial"/>
                <a:ea typeface="Arial"/>
                <a:cs typeface="Arial"/>
              </a:defRPr>
            </a:lvl3pPr>
            <a:lvl4pPr algn="l">
              <a:defRPr sz="1425" b="1">
                <a:solidFill>
                  <a:srgbClr val="7C69A8"/>
                </a:solidFill>
                <a:latin typeface="Arial"/>
                <a:ea typeface="Arial"/>
                <a:cs typeface="Arial"/>
              </a:defRPr>
            </a:lvl4pPr>
            <a:lvl5pPr algn="l">
              <a:defRPr sz="1425" b="1">
                <a:solidFill>
                  <a:srgbClr val="7C69A8"/>
                </a:solidFill>
                <a:latin typeface="Arial"/>
                <a:ea typeface="Arial"/>
                <a:cs typeface="Arial"/>
              </a:defRPr>
            </a:lvl5pPr>
            <a:lvl6pPr algn="l">
              <a:defRPr sz="1425" b="1">
                <a:solidFill>
                  <a:srgbClr val="7C69A8"/>
                </a:solidFill>
                <a:latin typeface="Arial"/>
                <a:ea typeface="Arial"/>
                <a:cs typeface="Arial"/>
              </a:defRPr>
            </a:lvl6pPr>
            <a:lvl7pPr algn="l">
              <a:defRPr sz="1425" b="1">
                <a:solidFill>
                  <a:srgbClr val="7C69A8"/>
                </a:solidFill>
                <a:latin typeface="Arial"/>
                <a:ea typeface="Arial"/>
                <a:cs typeface="Arial"/>
              </a:defRPr>
            </a:lvl7pPr>
            <a:lvl8pPr algn="l">
              <a:defRPr sz="1425" b="1">
                <a:solidFill>
                  <a:srgbClr val="7C69A8"/>
                </a:solidFill>
                <a:latin typeface="Arial"/>
                <a:ea typeface="Arial"/>
                <a:cs typeface="Arial"/>
              </a:defRPr>
            </a:lvl8pPr>
            <a:lvl9pPr algn="l">
              <a:defRPr sz="1425" b="1">
                <a:solidFill>
                  <a:srgbClr val="7C69A8"/>
                </a:solidFill>
                <a:latin typeface="Arial"/>
                <a:ea typeface="Arial"/>
                <a:cs typeface="Arial"/>
              </a:defRPr>
            </a:lvl9pPr>
          </a:lstStyle>
          <a:p xmlns:a="http://schemas.openxmlformats.org/drawingml/2006/main">
            <a:pPr algn="l">
              <a:defRPr sz="1425" b="1">
                <a:solidFill>
                  <a:srgbClr val="7C69A8"/>
                </a:solidFill>
                <a:latin typeface="Arial"/>
                <a:ea typeface="Arial"/>
                <a:cs typeface="Arial"/>
              </a:defRPr>
            </a:pPr>
            <a:r>
              <a:rPr sz="1425" b="1">
                <a:solidFill>
                  <a:srgbClr val="7C69A8"/>
                </a:solidFill>
                <a:latin typeface="Arial"/>
                <a:ea typeface="Arial"/>
                <a:cs typeface="Arial"/>
              </a:rPr>
              <a:t>02</a:t>
            </a:r>
          </a:p>
        </p:txBody>
      </p:sp>
      <p:sp>
        <p:nvSpPr>
          <p:cNvPr id="11" name="text-19">
            <a:extLst xmlns:a="http://schemas.openxmlformats.org/drawingml/2006/main">
              <a:ext uri="{FF2B5EF4-FFF2-40B4-BE49-F238E27FC236}">
                <a16:creationId xmlns:a16="http://schemas.microsoft.com/office/drawing/2014/main" id="{98D6F09A-0CA7-4F19-8D37-99BD98E4DE23}"/>
              </a:ext>
            </a:extLst>
          </p:cNvPr>
          <p:cNvSpPr>
            <a:spLocks xmlns:a="http://schemas.openxmlformats.org/drawingml/2006/main" noGrp="1"/>
          </p:cNvSpPr>
          <p:nvPr/>
        </p:nvSpPr>
        <p:spPr>
          <a:xfrm xmlns:a="http://schemas.openxmlformats.org/drawingml/2006/main">
            <a:off x="3429000" y="2571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B1A17"/>
                </a:solidFill>
                <a:latin typeface="Arial"/>
                <a:ea typeface="Arial"/>
                <a:cs typeface="Arial"/>
              </a:defRPr>
            </a:defPPr>
            <a:lvl1pPr algn="l">
              <a:defRPr sz="2775" b="1">
                <a:solidFill>
                  <a:srgbClr val="1B1A17"/>
                </a:solidFill>
                <a:latin typeface="Arial"/>
                <a:ea typeface="Arial"/>
                <a:cs typeface="Arial"/>
              </a:defRPr>
            </a:lvl1pPr>
            <a:lvl2pPr algn="l">
              <a:defRPr sz="2775" b="1">
                <a:solidFill>
                  <a:srgbClr val="1B1A17"/>
                </a:solidFill>
                <a:latin typeface="Arial"/>
                <a:ea typeface="Arial"/>
                <a:cs typeface="Arial"/>
              </a:defRPr>
            </a:lvl2pPr>
            <a:lvl3pPr algn="l">
              <a:defRPr sz="2775" b="1">
                <a:solidFill>
                  <a:srgbClr val="1B1A17"/>
                </a:solidFill>
                <a:latin typeface="Arial"/>
                <a:ea typeface="Arial"/>
                <a:cs typeface="Arial"/>
              </a:defRPr>
            </a:lvl3pPr>
            <a:lvl4pPr algn="l">
              <a:defRPr sz="2775" b="1">
                <a:solidFill>
                  <a:srgbClr val="1B1A17"/>
                </a:solidFill>
                <a:latin typeface="Arial"/>
                <a:ea typeface="Arial"/>
                <a:cs typeface="Arial"/>
              </a:defRPr>
            </a:lvl4pPr>
            <a:lvl5pPr algn="l">
              <a:defRPr sz="2775" b="1">
                <a:solidFill>
                  <a:srgbClr val="1B1A17"/>
                </a:solidFill>
                <a:latin typeface="Arial"/>
                <a:ea typeface="Arial"/>
                <a:cs typeface="Arial"/>
              </a:defRPr>
            </a:lvl5pPr>
            <a:lvl6pPr algn="l">
              <a:defRPr sz="2775" b="1">
                <a:solidFill>
                  <a:srgbClr val="1B1A17"/>
                </a:solidFill>
                <a:latin typeface="Arial"/>
                <a:ea typeface="Arial"/>
                <a:cs typeface="Arial"/>
              </a:defRPr>
            </a:lvl6pPr>
            <a:lvl7pPr algn="l">
              <a:defRPr sz="2775" b="1">
                <a:solidFill>
                  <a:srgbClr val="1B1A17"/>
                </a:solidFill>
                <a:latin typeface="Arial"/>
                <a:ea typeface="Arial"/>
                <a:cs typeface="Arial"/>
              </a:defRPr>
            </a:lvl7pPr>
            <a:lvl8pPr algn="l">
              <a:defRPr sz="2775" b="1">
                <a:solidFill>
                  <a:srgbClr val="1B1A17"/>
                </a:solidFill>
                <a:latin typeface="Arial"/>
                <a:ea typeface="Arial"/>
                <a:cs typeface="Arial"/>
              </a:defRPr>
            </a:lvl8pPr>
            <a:lvl9pPr algn="l">
              <a:defRPr sz="2775" b="1">
                <a:solidFill>
                  <a:srgbClr val="1B1A17"/>
                </a:solidFill>
                <a:latin typeface="Arial"/>
                <a:ea typeface="Arial"/>
                <a:cs typeface="Arial"/>
              </a:defRPr>
            </a:lvl9pPr>
          </a:lstStyle>
          <a:p xmlns:a="http://schemas.openxmlformats.org/drawingml/2006/main">
            <a:pPr algn="l">
              <a:defRPr sz="2775" b="1">
                <a:solidFill>
                  <a:srgbClr val="1B1A17"/>
                </a:solidFill>
                <a:latin typeface="Arial"/>
                <a:ea typeface="Arial"/>
                <a:cs typeface="Arial"/>
              </a:defRPr>
            </a:pPr>
            <a:r>
              <a:rPr sz="2775" b="1">
                <a:solidFill>
                  <a:srgbClr val="1B1A17"/>
                </a:solidFill>
                <a:latin typeface="Arial"/>
                <a:ea typeface="Arial"/>
                <a:cs typeface="Arial"/>
              </a:rPr>
              <a:t>Choose</a:t>
            </a:r>
          </a:p>
        </p:txBody>
      </p:sp>
      <p:sp>
        <p:nvSpPr>
          <p:cNvPr id="12" name="text-20">
            <a:extLst xmlns:a="http://schemas.openxmlformats.org/drawingml/2006/main">
              <a:ext uri="{FF2B5EF4-FFF2-40B4-BE49-F238E27FC236}">
                <a16:creationId xmlns:a16="http://schemas.microsoft.com/office/drawing/2014/main" id="{1367056C-B6DB-4DCB-BD9A-CB620AD7F778}"/>
              </a:ext>
            </a:extLst>
          </p:cNvPr>
          <p:cNvSpPr>
            <a:spLocks xmlns:a="http://schemas.openxmlformats.org/drawingml/2006/main" noGrp="1"/>
          </p:cNvSpPr>
          <p:nvPr/>
        </p:nvSpPr>
        <p:spPr>
          <a:xfrm xmlns:a="http://schemas.openxmlformats.org/drawingml/2006/main">
            <a:off x="3429000" y="3209925"/>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B1A17"/>
                </a:solidFill>
                <a:latin typeface="Arial"/>
                <a:ea typeface="Arial"/>
                <a:cs typeface="Arial"/>
              </a:defRPr>
            </a:defPPr>
            <a:lvl1pPr algn="l">
              <a:defRPr sz="1650" b="1">
                <a:solidFill>
                  <a:srgbClr val="1B1A17"/>
                </a:solidFill>
                <a:latin typeface="Arial"/>
                <a:ea typeface="Arial"/>
                <a:cs typeface="Arial"/>
              </a:defRPr>
            </a:lvl1pPr>
            <a:lvl2pPr algn="l">
              <a:defRPr sz="1650" b="1">
                <a:solidFill>
                  <a:srgbClr val="1B1A17"/>
                </a:solidFill>
                <a:latin typeface="Arial"/>
                <a:ea typeface="Arial"/>
                <a:cs typeface="Arial"/>
              </a:defRPr>
            </a:lvl2pPr>
            <a:lvl3pPr algn="l">
              <a:defRPr sz="1650" b="1">
                <a:solidFill>
                  <a:srgbClr val="1B1A17"/>
                </a:solidFill>
                <a:latin typeface="Arial"/>
                <a:ea typeface="Arial"/>
                <a:cs typeface="Arial"/>
              </a:defRPr>
            </a:lvl3pPr>
            <a:lvl4pPr algn="l">
              <a:defRPr sz="1650" b="1">
                <a:solidFill>
                  <a:srgbClr val="1B1A17"/>
                </a:solidFill>
                <a:latin typeface="Arial"/>
                <a:ea typeface="Arial"/>
                <a:cs typeface="Arial"/>
              </a:defRPr>
            </a:lvl4pPr>
            <a:lvl5pPr algn="l">
              <a:defRPr sz="1650" b="1">
                <a:solidFill>
                  <a:srgbClr val="1B1A17"/>
                </a:solidFill>
                <a:latin typeface="Arial"/>
                <a:ea typeface="Arial"/>
                <a:cs typeface="Arial"/>
              </a:defRPr>
            </a:lvl5pPr>
            <a:lvl6pPr algn="l">
              <a:defRPr sz="1650" b="1">
                <a:solidFill>
                  <a:srgbClr val="1B1A17"/>
                </a:solidFill>
                <a:latin typeface="Arial"/>
                <a:ea typeface="Arial"/>
                <a:cs typeface="Arial"/>
              </a:defRPr>
            </a:lvl6pPr>
            <a:lvl7pPr algn="l">
              <a:defRPr sz="1650" b="1">
                <a:solidFill>
                  <a:srgbClr val="1B1A17"/>
                </a:solidFill>
                <a:latin typeface="Arial"/>
                <a:ea typeface="Arial"/>
                <a:cs typeface="Arial"/>
              </a:defRPr>
            </a:lvl7pPr>
            <a:lvl8pPr algn="l">
              <a:defRPr sz="1650" b="1">
                <a:solidFill>
                  <a:srgbClr val="1B1A17"/>
                </a:solidFill>
                <a:latin typeface="Arial"/>
                <a:ea typeface="Arial"/>
                <a:cs typeface="Arial"/>
              </a:defRPr>
            </a:lvl8pPr>
            <a:lvl9pPr algn="l">
              <a:defRPr sz="1650" b="1">
                <a:solidFill>
                  <a:srgbClr val="1B1A17"/>
                </a:solidFill>
                <a:latin typeface="Arial"/>
                <a:ea typeface="Arial"/>
                <a:cs typeface="Arial"/>
              </a:defRPr>
            </a:lvl9pPr>
          </a:lstStyle>
          <a:p xmlns:a="http://schemas.openxmlformats.org/drawingml/2006/main">
            <a:pPr algn="l">
              <a:defRPr sz="1650" b="1">
                <a:solidFill>
                  <a:srgbClr val="1B1A17"/>
                </a:solidFill>
                <a:latin typeface="Arial"/>
                <a:ea typeface="Arial"/>
                <a:cs typeface="Arial"/>
              </a:defRPr>
            </a:pPr>
            <a:r>
              <a:rPr sz="1650" b="1">
                <a:solidFill>
                  <a:srgbClr val="1B1A17"/>
                </a:solidFill>
                <a:latin typeface="Arial"/>
                <a:ea typeface="Arial"/>
                <a:cs typeface="Arial"/>
              </a:rPr>
              <a:t>One analytical agent</a:t>
            </a:r>
          </a:p>
        </p:txBody>
      </p:sp>
      <p:sp>
        <p:nvSpPr>
          <p:cNvPr id="13" name="text-21">
            <a:extLst xmlns:a="http://schemas.openxmlformats.org/drawingml/2006/main">
              <a:ext uri="{FF2B5EF4-FFF2-40B4-BE49-F238E27FC236}">
                <a16:creationId xmlns:a16="http://schemas.microsoft.com/office/drawing/2014/main" id="{50968BF1-8D32-43E4-B462-7C9ADF0360A8}"/>
              </a:ext>
            </a:extLst>
          </p:cNvPr>
          <p:cNvSpPr>
            <a:spLocks xmlns:a="http://schemas.openxmlformats.org/drawingml/2006/main" noGrp="1"/>
          </p:cNvSpPr>
          <p:nvPr/>
        </p:nvSpPr>
        <p:spPr>
          <a:xfrm xmlns:a="http://schemas.openxmlformats.org/drawingml/2006/main">
            <a:off x="3429000" y="366712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6645E"/>
                </a:solidFill>
                <a:latin typeface="Arial"/>
                <a:ea typeface="Arial"/>
                <a:cs typeface="Arial"/>
              </a:defRPr>
            </a:defPPr>
            <a:lvl1pPr algn="l">
              <a:defRPr sz="1650" b="0">
                <a:solidFill>
                  <a:srgbClr val="66645E"/>
                </a:solidFill>
                <a:latin typeface="Arial"/>
                <a:ea typeface="Arial"/>
                <a:cs typeface="Arial"/>
              </a:defRPr>
            </a:lvl1pPr>
            <a:lvl2pPr algn="l">
              <a:defRPr sz="1650" b="0">
                <a:solidFill>
                  <a:srgbClr val="66645E"/>
                </a:solidFill>
                <a:latin typeface="Arial"/>
                <a:ea typeface="Arial"/>
                <a:cs typeface="Arial"/>
              </a:defRPr>
            </a:lvl2pPr>
            <a:lvl3pPr algn="l">
              <a:defRPr sz="1650" b="0">
                <a:solidFill>
                  <a:srgbClr val="66645E"/>
                </a:solidFill>
                <a:latin typeface="Arial"/>
                <a:ea typeface="Arial"/>
                <a:cs typeface="Arial"/>
              </a:defRPr>
            </a:lvl3pPr>
            <a:lvl4pPr algn="l">
              <a:defRPr sz="1650" b="0">
                <a:solidFill>
                  <a:srgbClr val="66645E"/>
                </a:solidFill>
                <a:latin typeface="Arial"/>
                <a:ea typeface="Arial"/>
                <a:cs typeface="Arial"/>
              </a:defRPr>
            </a:lvl4pPr>
            <a:lvl5pPr algn="l">
              <a:defRPr sz="1650" b="0">
                <a:solidFill>
                  <a:srgbClr val="66645E"/>
                </a:solidFill>
                <a:latin typeface="Arial"/>
                <a:ea typeface="Arial"/>
                <a:cs typeface="Arial"/>
              </a:defRPr>
            </a:lvl5pPr>
            <a:lvl6pPr algn="l">
              <a:defRPr sz="1650" b="0">
                <a:solidFill>
                  <a:srgbClr val="66645E"/>
                </a:solidFill>
                <a:latin typeface="Arial"/>
                <a:ea typeface="Arial"/>
                <a:cs typeface="Arial"/>
              </a:defRPr>
            </a:lvl6pPr>
            <a:lvl7pPr algn="l">
              <a:defRPr sz="1650" b="0">
                <a:solidFill>
                  <a:srgbClr val="66645E"/>
                </a:solidFill>
                <a:latin typeface="Arial"/>
                <a:ea typeface="Arial"/>
                <a:cs typeface="Arial"/>
              </a:defRPr>
            </a:lvl7pPr>
            <a:lvl8pPr algn="l">
              <a:defRPr sz="1650" b="0">
                <a:solidFill>
                  <a:srgbClr val="66645E"/>
                </a:solidFill>
                <a:latin typeface="Arial"/>
                <a:ea typeface="Arial"/>
                <a:cs typeface="Arial"/>
              </a:defRPr>
            </a:lvl8pPr>
            <a:lvl9pPr algn="l">
              <a:defRPr sz="1650" b="0">
                <a:solidFill>
                  <a:srgbClr val="66645E"/>
                </a:solidFill>
                <a:latin typeface="Arial"/>
                <a:ea typeface="Arial"/>
                <a:cs typeface="Arial"/>
              </a:defRPr>
            </a:lvl9pPr>
          </a:lstStyle>
          <a:p xmlns:a="http://schemas.openxmlformats.org/drawingml/2006/main">
            <a:pPr algn="l">
              <a:defRPr sz="1650" b="0">
                <a:solidFill>
                  <a:srgbClr val="66645E"/>
                </a:solidFill>
                <a:latin typeface="Arial"/>
                <a:ea typeface="Arial"/>
                <a:cs typeface="Arial"/>
              </a:defRPr>
            </a:pPr>
            <a:r>
              <a:rPr sz="1650" b="0">
                <a:solidFill>
                  <a:srgbClr val="66645E"/>
                </a:solidFill>
                <a:latin typeface="Arial"/>
                <a:ea typeface="Arial"/>
                <a:cs typeface="Arial"/>
              </a:rPr>
              <a:t>Pydantic AI runs Claude Sonnet 5.5, which selects tools and explains results.</a:t>
            </a:r>
          </a:p>
        </p:txBody>
      </p:sp>
      <p:sp>
        <p:nvSpPr>
          <p:cNvPr id="14" name="divider-22">
            <a:extLst xmlns:a="http://schemas.openxmlformats.org/drawingml/2006/main">
              <a:ext uri="{FF2B5EF4-FFF2-40B4-BE49-F238E27FC236}">
                <a16:creationId xmlns:a16="http://schemas.microsoft.com/office/drawing/2014/main" id="{3DF4F89A-F536-4000-AB92-DCB9C291A1D7}"/>
              </a:ext>
            </a:extLst>
          </p:cNvPr>
          <p:cNvSpPr>
            <a:spLocks xmlns:a="http://schemas.openxmlformats.org/drawingml/2006/main" noGrp="1"/>
          </p:cNvSpPr>
          <p:nvPr/>
        </p:nvSpPr>
        <p:spPr>
          <a:xfrm xmlns:a="http://schemas.openxmlformats.org/drawingml/2006/main">
            <a:off x="5829300" y="2790825"/>
            <a:ext cx="24765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5" name="text-23">
            <a:extLst xmlns:a="http://schemas.openxmlformats.org/drawingml/2006/main">
              <a:ext uri="{FF2B5EF4-FFF2-40B4-BE49-F238E27FC236}">
                <a16:creationId xmlns:a16="http://schemas.microsoft.com/office/drawing/2014/main" id="{ED73F816-300F-47C6-8BCD-ECBE11242D84}"/>
              </a:ext>
            </a:extLst>
          </p:cNvPr>
          <p:cNvSpPr>
            <a:spLocks xmlns:a="http://schemas.openxmlformats.org/drawingml/2006/main" noGrp="1"/>
          </p:cNvSpPr>
          <p:nvPr/>
        </p:nvSpPr>
        <p:spPr>
          <a:xfrm xmlns:a="http://schemas.openxmlformats.org/drawingml/2006/main">
            <a:off x="6248400" y="21336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7C69A8"/>
                </a:solidFill>
                <a:latin typeface="Arial"/>
                <a:ea typeface="Arial"/>
                <a:cs typeface="Arial"/>
              </a:defRPr>
            </a:defPPr>
            <a:lvl1pPr algn="l">
              <a:defRPr sz="1425" b="1">
                <a:solidFill>
                  <a:srgbClr val="7C69A8"/>
                </a:solidFill>
                <a:latin typeface="Arial"/>
                <a:ea typeface="Arial"/>
                <a:cs typeface="Arial"/>
              </a:defRPr>
            </a:lvl1pPr>
            <a:lvl2pPr algn="l">
              <a:defRPr sz="1425" b="1">
                <a:solidFill>
                  <a:srgbClr val="7C69A8"/>
                </a:solidFill>
                <a:latin typeface="Arial"/>
                <a:ea typeface="Arial"/>
                <a:cs typeface="Arial"/>
              </a:defRPr>
            </a:lvl2pPr>
            <a:lvl3pPr algn="l">
              <a:defRPr sz="1425" b="1">
                <a:solidFill>
                  <a:srgbClr val="7C69A8"/>
                </a:solidFill>
                <a:latin typeface="Arial"/>
                <a:ea typeface="Arial"/>
                <a:cs typeface="Arial"/>
              </a:defRPr>
            </a:lvl3pPr>
            <a:lvl4pPr algn="l">
              <a:defRPr sz="1425" b="1">
                <a:solidFill>
                  <a:srgbClr val="7C69A8"/>
                </a:solidFill>
                <a:latin typeface="Arial"/>
                <a:ea typeface="Arial"/>
                <a:cs typeface="Arial"/>
              </a:defRPr>
            </a:lvl4pPr>
            <a:lvl5pPr algn="l">
              <a:defRPr sz="1425" b="1">
                <a:solidFill>
                  <a:srgbClr val="7C69A8"/>
                </a:solidFill>
                <a:latin typeface="Arial"/>
                <a:ea typeface="Arial"/>
                <a:cs typeface="Arial"/>
              </a:defRPr>
            </a:lvl5pPr>
            <a:lvl6pPr algn="l">
              <a:defRPr sz="1425" b="1">
                <a:solidFill>
                  <a:srgbClr val="7C69A8"/>
                </a:solidFill>
                <a:latin typeface="Arial"/>
                <a:ea typeface="Arial"/>
                <a:cs typeface="Arial"/>
              </a:defRPr>
            </a:lvl6pPr>
            <a:lvl7pPr algn="l">
              <a:defRPr sz="1425" b="1">
                <a:solidFill>
                  <a:srgbClr val="7C69A8"/>
                </a:solidFill>
                <a:latin typeface="Arial"/>
                <a:ea typeface="Arial"/>
                <a:cs typeface="Arial"/>
              </a:defRPr>
            </a:lvl7pPr>
            <a:lvl8pPr algn="l">
              <a:defRPr sz="1425" b="1">
                <a:solidFill>
                  <a:srgbClr val="7C69A8"/>
                </a:solidFill>
                <a:latin typeface="Arial"/>
                <a:ea typeface="Arial"/>
                <a:cs typeface="Arial"/>
              </a:defRPr>
            </a:lvl8pPr>
            <a:lvl9pPr algn="l">
              <a:defRPr sz="1425" b="1">
                <a:solidFill>
                  <a:srgbClr val="7C69A8"/>
                </a:solidFill>
                <a:latin typeface="Arial"/>
                <a:ea typeface="Arial"/>
                <a:cs typeface="Arial"/>
              </a:defRPr>
            </a:lvl9pPr>
          </a:lstStyle>
          <a:p xmlns:a="http://schemas.openxmlformats.org/drawingml/2006/main">
            <a:pPr algn="l">
              <a:defRPr sz="1425" b="1">
                <a:solidFill>
                  <a:srgbClr val="7C69A8"/>
                </a:solidFill>
                <a:latin typeface="Arial"/>
                <a:ea typeface="Arial"/>
                <a:cs typeface="Arial"/>
              </a:defRPr>
            </a:pPr>
            <a:r>
              <a:rPr sz="1425" b="1">
                <a:solidFill>
                  <a:srgbClr val="7C69A8"/>
                </a:solidFill>
                <a:latin typeface="Arial"/>
                <a:ea typeface="Arial"/>
                <a:cs typeface="Arial"/>
              </a:rPr>
              <a:t>03</a:t>
            </a:r>
          </a:p>
        </p:txBody>
      </p:sp>
      <p:sp>
        <p:nvSpPr>
          <p:cNvPr id="16" name="text-24">
            <a:extLst xmlns:a="http://schemas.openxmlformats.org/drawingml/2006/main">
              <a:ext uri="{FF2B5EF4-FFF2-40B4-BE49-F238E27FC236}">
                <a16:creationId xmlns:a16="http://schemas.microsoft.com/office/drawing/2014/main" id="{98017E52-1697-433B-9D80-9B8978E8BEEA}"/>
              </a:ext>
            </a:extLst>
          </p:cNvPr>
          <p:cNvSpPr>
            <a:spLocks xmlns:a="http://schemas.openxmlformats.org/drawingml/2006/main" noGrp="1"/>
          </p:cNvSpPr>
          <p:nvPr/>
        </p:nvSpPr>
        <p:spPr>
          <a:xfrm xmlns:a="http://schemas.openxmlformats.org/drawingml/2006/main">
            <a:off x="6248400" y="2571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B1A17"/>
                </a:solidFill>
                <a:latin typeface="Arial"/>
                <a:ea typeface="Arial"/>
                <a:cs typeface="Arial"/>
              </a:defRPr>
            </a:defPPr>
            <a:lvl1pPr algn="l">
              <a:defRPr sz="2775" b="1">
                <a:solidFill>
                  <a:srgbClr val="1B1A17"/>
                </a:solidFill>
                <a:latin typeface="Arial"/>
                <a:ea typeface="Arial"/>
                <a:cs typeface="Arial"/>
              </a:defRPr>
            </a:lvl1pPr>
            <a:lvl2pPr algn="l">
              <a:defRPr sz="2775" b="1">
                <a:solidFill>
                  <a:srgbClr val="1B1A17"/>
                </a:solidFill>
                <a:latin typeface="Arial"/>
                <a:ea typeface="Arial"/>
                <a:cs typeface="Arial"/>
              </a:defRPr>
            </a:lvl2pPr>
            <a:lvl3pPr algn="l">
              <a:defRPr sz="2775" b="1">
                <a:solidFill>
                  <a:srgbClr val="1B1A17"/>
                </a:solidFill>
                <a:latin typeface="Arial"/>
                <a:ea typeface="Arial"/>
                <a:cs typeface="Arial"/>
              </a:defRPr>
            </a:lvl3pPr>
            <a:lvl4pPr algn="l">
              <a:defRPr sz="2775" b="1">
                <a:solidFill>
                  <a:srgbClr val="1B1A17"/>
                </a:solidFill>
                <a:latin typeface="Arial"/>
                <a:ea typeface="Arial"/>
                <a:cs typeface="Arial"/>
              </a:defRPr>
            </a:lvl4pPr>
            <a:lvl5pPr algn="l">
              <a:defRPr sz="2775" b="1">
                <a:solidFill>
                  <a:srgbClr val="1B1A17"/>
                </a:solidFill>
                <a:latin typeface="Arial"/>
                <a:ea typeface="Arial"/>
                <a:cs typeface="Arial"/>
              </a:defRPr>
            </a:lvl5pPr>
            <a:lvl6pPr algn="l">
              <a:defRPr sz="2775" b="1">
                <a:solidFill>
                  <a:srgbClr val="1B1A17"/>
                </a:solidFill>
                <a:latin typeface="Arial"/>
                <a:ea typeface="Arial"/>
                <a:cs typeface="Arial"/>
              </a:defRPr>
            </a:lvl6pPr>
            <a:lvl7pPr algn="l">
              <a:defRPr sz="2775" b="1">
                <a:solidFill>
                  <a:srgbClr val="1B1A17"/>
                </a:solidFill>
                <a:latin typeface="Arial"/>
                <a:ea typeface="Arial"/>
                <a:cs typeface="Arial"/>
              </a:defRPr>
            </a:lvl7pPr>
            <a:lvl8pPr algn="l">
              <a:defRPr sz="2775" b="1">
                <a:solidFill>
                  <a:srgbClr val="1B1A17"/>
                </a:solidFill>
                <a:latin typeface="Arial"/>
                <a:ea typeface="Arial"/>
                <a:cs typeface="Arial"/>
              </a:defRPr>
            </a:lvl8pPr>
            <a:lvl9pPr algn="l">
              <a:defRPr sz="2775" b="1">
                <a:solidFill>
                  <a:srgbClr val="1B1A17"/>
                </a:solidFill>
                <a:latin typeface="Arial"/>
                <a:ea typeface="Arial"/>
                <a:cs typeface="Arial"/>
              </a:defRPr>
            </a:lvl9pPr>
          </a:lstStyle>
          <a:p xmlns:a="http://schemas.openxmlformats.org/drawingml/2006/main">
            <a:pPr algn="l">
              <a:defRPr sz="2775" b="1">
                <a:solidFill>
                  <a:srgbClr val="1B1A17"/>
                </a:solidFill>
                <a:latin typeface="Arial"/>
                <a:ea typeface="Arial"/>
                <a:cs typeface="Arial"/>
              </a:defRPr>
            </a:pPr>
            <a:r>
              <a:rPr sz="2775" b="1">
                <a:solidFill>
                  <a:srgbClr val="1B1A17"/>
                </a:solidFill>
                <a:latin typeface="Arial"/>
                <a:ea typeface="Arial"/>
                <a:cs typeface="Arial"/>
              </a:rPr>
              <a:t>Calculate</a:t>
            </a:r>
          </a:p>
        </p:txBody>
      </p:sp>
      <p:sp>
        <p:nvSpPr>
          <p:cNvPr id="17" name="text-25">
            <a:extLst xmlns:a="http://schemas.openxmlformats.org/drawingml/2006/main">
              <a:ext uri="{FF2B5EF4-FFF2-40B4-BE49-F238E27FC236}">
                <a16:creationId xmlns:a16="http://schemas.microsoft.com/office/drawing/2014/main" id="{182976B7-5B29-4ECA-8EAC-A3DB546E72C5}"/>
              </a:ext>
            </a:extLst>
          </p:cNvPr>
          <p:cNvSpPr>
            <a:spLocks xmlns:a="http://schemas.openxmlformats.org/drawingml/2006/main" noGrp="1"/>
          </p:cNvSpPr>
          <p:nvPr/>
        </p:nvSpPr>
        <p:spPr>
          <a:xfrm xmlns:a="http://schemas.openxmlformats.org/drawingml/2006/main">
            <a:off x="6248400" y="3209925"/>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B1A17"/>
                </a:solidFill>
                <a:latin typeface="Arial"/>
                <a:ea typeface="Arial"/>
                <a:cs typeface="Arial"/>
              </a:defRPr>
            </a:defPPr>
            <a:lvl1pPr algn="l">
              <a:defRPr sz="1650" b="1">
                <a:solidFill>
                  <a:srgbClr val="1B1A17"/>
                </a:solidFill>
                <a:latin typeface="Arial"/>
                <a:ea typeface="Arial"/>
                <a:cs typeface="Arial"/>
              </a:defRPr>
            </a:lvl1pPr>
            <a:lvl2pPr algn="l">
              <a:defRPr sz="1650" b="1">
                <a:solidFill>
                  <a:srgbClr val="1B1A17"/>
                </a:solidFill>
                <a:latin typeface="Arial"/>
                <a:ea typeface="Arial"/>
                <a:cs typeface="Arial"/>
              </a:defRPr>
            </a:lvl2pPr>
            <a:lvl3pPr algn="l">
              <a:defRPr sz="1650" b="1">
                <a:solidFill>
                  <a:srgbClr val="1B1A17"/>
                </a:solidFill>
                <a:latin typeface="Arial"/>
                <a:ea typeface="Arial"/>
                <a:cs typeface="Arial"/>
              </a:defRPr>
            </a:lvl3pPr>
            <a:lvl4pPr algn="l">
              <a:defRPr sz="1650" b="1">
                <a:solidFill>
                  <a:srgbClr val="1B1A17"/>
                </a:solidFill>
                <a:latin typeface="Arial"/>
                <a:ea typeface="Arial"/>
                <a:cs typeface="Arial"/>
              </a:defRPr>
            </a:lvl4pPr>
            <a:lvl5pPr algn="l">
              <a:defRPr sz="1650" b="1">
                <a:solidFill>
                  <a:srgbClr val="1B1A17"/>
                </a:solidFill>
                <a:latin typeface="Arial"/>
                <a:ea typeface="Arial"/>
                <a:cs typeface="Arial"/>
              </a:defRPr>
            </a:lvl5pPr>
            <a:lvl6pPr algn="l">
              <a:defRPr sz="1650" b="1">
                <a:solidFill>
                  <a:srgbClr val="1B1A17"/>
                </a:solidFill>
                <a:latin typeface="Arial"/>
                <a:ea typeface="Arial"/>
                <a:cs typeface="Arial"/>
              </a:defRPr>
            </a:lvl6pPr>
            <a:lvl7pPr algn="l">
              <a:defRPr sz="1650" b="1">
                <a:solidFill>
                  <a:srgbClr val="1B1A17"/>
                </a:solidFill>
                <a:latin typeface="Arial"/>
                <a:ea typeface="Arial"/>
                <a:cs typeface="Arial"/>
              </a:defRPr>
            </a:lvl7pPr>
            <a:lvl8pPr algn="l">
              <a:defRPr sz="1650" b="1">
                <a:solidFill>
                  <a:srgbClr val="1B1A17"/>
                </a:solidFill>
                <a:latin typeface="Arial"/>
                <a:ea typeface="Arial"/>
                <a:cs typeface="Arial"/>
              </a:defRPr>
            </a:lvl8pPr>
            <a:lvl9pPr algn="l">
              <a:defRPr sz="1650" b="1">
                <a:solidFill>
                  <a:srgbClr val="1B1A17"/>
                </a:solidFill>
                <a:latin typeface="Arial"/>
                <a:ea typeface="Arial"/>
                <a:cs typeface="Arial"/>
              </a:defRPr>
            </a:lvl9pPr>
          </a:lstStyle>
          <a:p xmlns:a="http://schemas.openxmlformats.org/drawingml/2006/main">
            <a:pPr algn="l">
              <a:defRPr sz="1650" b="1">
                <a:solidFill>
                  <a:srgbClr val="1B1A17"/>
                </a:solidFill>
                <a:latin typeface="Arial"/>
                <a:ea typeface="Arial"/>
                <a:cs typeface="Arial"/>
              </a:defRPr>
            </a:pPr>
            <a:r>
              <a:rPr sz="1650" b="1">
                <a:solidFill>
                  <a:srgbClr val="1B1A17"/>
                </a:solidFill>
                <a:latin typeface="Arial"/>
                <a:ea typeface="Arial"/>
                <a:cs typeface="Arial"/>
              </a:rPr>
              <a:t>Deterministic Python</a:t>
            </a:r>
          </a:p>
        </p:txBody>
      </p:sp>
      <p:sp>
        <p:nvSpPr>
          <p:cNvPr id="18" name="text-26">
            <a:extLst xmlns:a="http://schemas.openxmlformats.org/drawingml/2006/main">
              <a:ext uri="{FF2B5EF4-FFF2-40B4-BE49-F238E27FC236}">
                <a16:creationId xmlns:a16="http://schemas.microsoft.com/office/drawing/2014/main" id="{D5634A26-C2D8-4353-B3D3-AD8BD328AD12}"/>
              </a:ext>
            </a:extLst>
          </p:cNvPr>
          <p:cNvSpPr>
            <a:spLocks xmlns:a="http://schemas.openxmlformats.org/drawingml/2006/main" noGrp="1"/>
          </p:cNvSpPr>
          <p:nvPr/>
        </p:nvSpPr>
        <p:spPr>
          <a:xfrm xmlns:a="http://schemas.openxmlformats.org/drawingml/2006/main">
            <a:off x="6248400" y="366712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6645E"/>
                </a:solidFill>
                <a:latin typeface="Arial"/>
                <a:ea typeface="Arial"/>
                <a:cs typeface="Arial"/>
              </a:defRPr>
            </a:defPPr>
            <a:lvl1pPr algn="l">
              <a:defRPr sz="1650" b="0">
                <a:solidFill>
                  <a:srgbClr val="66645E"/>
                </a:solidFill>
                <a:latin typeface="Arial"/>
                <a:ea typeface="Arial"/>
                <a:cs typeface="Arial"/>
              </a:defRPr>
            </a:lvl1pPr>
            <a:lvl2pPr algn="l">
              <a:defRPr sz="1650" b="0">
                <a:solidFill>
                  <a:srgbClr val="66645E"/>
                </a:solidFill>
                <a:latin typeface="Arial"/>
                <a:ea typeface="Arial"/>
                <a:cs typeface="Arial"/>
              </a:defRPr>
            </a:lvl2pPr>
            <a:lvl3pPr algn="l">
              <a:defRPr sz="1650" b="0">
                <a:solidFill>
                  <a:srgbClr val="66645E"/>
                </a:solidFill>
                <a:latin typeface="Arial"/>
                <a:ea typeface="Arial"/>
                <a:cs typeface="Arial"/>
              </a:defRPr>
            </a:lvl3pPr>
            <a:lvl4pPr algn="l">
              <a:defRPr sz="1650" b="0">
                <a:solidFill>
                  <a:srgbClr val="66645E"/>
                </a:solidFill>
                <a:latin typeface="Arial"/>
                <a:ea typeface="Arial"/>
                <a:cs typeface="Arial"/>
              </a:defRPr>
            </a:lvl4pPr>
            <a:lvl5pPr algn="l">
              <a:defRPr sz="1650" b="0">
                <a:solidFill>
                  <a:srgbClr val="66645E"/>
                </a:solidFill>
                <a:latin typeface="Arial"/>
                <a:ea typeface="Arial"/>
                <a:cs typeface="Arial"/>
              </a:defRPr>
            </a:lvl5pPr>
            <a:lvl6pPr algn="l">
              <a:defRPr sz="1650" b="0">
                <a:solidFill>
                  <a:srgbClr val="66645E"/>
                </a:solidFill>
                <a:latin typeface="Arial"/>
                <a:ea typeface="Arial"/>
                <a:cs typeface="Arial"/>
              </a:defRPr>
            </a:lvl6pPr>
            <a:lvl7pPr algn="l">
              <a:defRPr sz="1650" b="0">
                <a:solidFill>
                  <a:srgbClr val="66645E"/>
                </a:solidFill>
                <a:latin typeface="Arial"/>
                <a:ea typeface="Arial"/>
                <a:cs typeface="Arial"/>
              </a:defRPr>
            </a:lvl7pPr>
            <a:lvl8pPr algn="l">
              <a:defRPr sz="1650" b="0">
                <a:solidFill>
                  <a:srgbClr val="66645E"/>
                </a:solidFill>
                <a:latin typeface="Arial"/>
                <a:ea typeface="Arial"/>
                <a:cs typeface="Arial"/>
              </a:defRPr>
            </a:lvl8pPr>
            <a:lvl9pPr algn="l">
              <a:defRPr sz="1650" b="0">
                <a:solidFill>
                  <a:srgbClr val="66645E"/>
                </a:solidFill>
                <a:latin typeface="Arial"/>
                <a:ea typeface="Arial"/>
                <a:cs typeface="Arial"/>
              </a:defRPr>
            </a:lvl9pPr>
          </a:lstStyle>
          <a:p xmlns:a="http://schemas.openxmlformats.org/drawingml/2006/main">
            <a:pPr algn="l">
              <a:defRPr sz="1650" b="0">
                <a:solidFill>
                  <a:srgbClr val="66645E"/>
                </a:solidFill>
                <a:latin typeface="Arial"/>
                <a:ea typeface="Arial"/>
                <a:cs typeface="Arial"/>
              </a:defRPr>
            </a:pPr>
            <a:r>
              <a:rPr sz="1650" b="0">
                <a:solidFill>
                  <a:srgbClr val="66645E"/>
                </a:solidFill>
                <a:latin typeface="Arial"/>
                <a:ea typeface="Arial"/>
                <a:cs typeface="Arial"/>
              </a:rPr>
              <a:t>Tools rank airports and calculate congestion, route mix and demand indicators.</a:t>
            </a:r>
          </a:p>
        </p:txBody>
      </p:sp>
      <p:sp>
        <p:nvSpPr>
          <p:cNvPr id="19" name="divider-27">
            <a:extLst xmlns:a="http://schemas.openxmlformats.org/drawingml/2006/main">
              <a:ext uri="{FF2B5EF4-FFF2-40B4-BE49-F238E27FC236}">
                <a16:creationId xmlns:a16="http://schemas.microsoft.com/office/drawing/2014/main" id="{EAADE4C8-7EE7-4A69-9119-6C293A54890D}"/>
              </a:ext>
            </a:extLst>
          </p:cNvPr>
          <p:cNvSpPr>
            <a:spLocks xmlns:a="http://schemas.openxmlformats.org/drawingml/2006/main" noGrp="1"/>
          </p:cNvSpPr>
          <p:nvPr/>
        </p:nvSpPr>
        <p:spPr>
          <a:xfrm xmlns:a="http://schemas.openxmlformats.org/drawingml/2006/main">
            <a:off x="8648700" y="2790825"/>
            <a:ext cx="24765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20" name="text-28">
            <a:extLst xmlns:a="http://schemas.openxmlformats.org/drawingml/2006/main">
              <a:ext uri="{FF2B5EF4-FFF2-40B4-BE49-F238E27FC236}">
                <a16:creationId xmlns:a16="http://schemas.microsoft.com/office/drawing/2014/main" id="{EC20B9DA-6952-45BC-81AD-CD1F7A167625}"/>
              </a:ext>
            </a:extLst>
          </p:cNvPr>
          <p:cNvSpPr>
            <a:spLocks xmlns:a="http://schemas.openxmlformats.org/drawingml/2006/main" noGrp="1"/>
          </p:cNvSpPr>
          <p:nvPr/>
        </p:nvSpPr>
        <p:spPr>
          <a:xfrm xmlns:a="http://schemas.openxmlformats.org/drawingml/2006/main">
            <a:off x="9067800" y="21336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7C69A8"/>
                </a:solidFill>
                <a:latin typeface="Arial"/>
                <a:ea typeface="Arial"/>
                <a:cs typeface="Arial"/>
              </a:defRPr>
            </a:defPPr>
            <a:lvl1pPr algn="l">
              <a:defRPr sz="1425" b="1">
                <a:solidFill>
                  <a:srgbClr val="7C69A8"/>
                </a:solidFill>
                <a:latin typeface="Arial"/>
                <a:ea typeface="Arial"/>
                <a:cs typeface="Arial"/>
              </a:defRPr>
            </a:lvl1pPr>
            <a:lvl2pPr algn="l">
              <a:defRPr sz="1425" b="1">
                <a:solidFill>
                  <a:srgbClr val="7C69A8"/>
                </a:solidFill>
                <a:latin typeface="Arial"/>
                <a:ea typeface="Arial"/>
                <a:cs typeface="Arial"/>
              </a:defRPr>
            </a:lvl2pPr>
            <a:lvl3pPr algn="l">
              <a:defRPr sz="1425" b="1">
                <a:solidFill>
                  <a:srgbClr val="7C69A8"/>
                </a:solidFill>
                <a:latin typeface="Arial"/>
                <a:ea typeface="Arial"/>
                <a:cs typeface="Arial"/>
              </a:defRPr>
            </a:lvl3pPr>
            <a:lvl4pPr algn="l">
              <a:defRPr sz="1425" b="1">
                <a:solidFill>
                  <a:srgbClr val="7C69A8"/>
                </a:solidFill>
                <a:latin typeface="Arial"/>
                <a:ea typeface="Arial"/>
                <a:cs typeface="Arial"/>
              </a:defRPr>
            </a:lvl4pPr>
            <a:lvl5pPr algn="l">
              <a:defRPr sz="1425" b="1">
                <a:solidFill>
                  <a:srgbClr val="7C69A8"/>
                </a:solidFill>
                <a:latin typeface="Arial"/>
                <a:ea typeface="Arial"/>
                <a:cs typeface="Arial"/>
              </a:defRPr>
            </a:lvl5pPr>
            <a:lvl6pPr algn="l">
              <a:defRPr sz="1425" b="1">
                <a:solidFill>
                  <a:srgbClr val="7C69A8"/>
                </a:solidFill>
                <a:latin typeface="Arial"/>
                <a:ea typeface="Arial"/>
                <a:cs typeface="Arial"/>
              </a:defRPr>
            </a:lvl6pPr>
            <a:lvl7pPr algn="l">
              <a:defRPr sz="1425" b="1">
                <a:solidFill>
                  <a:srgbClr val="7C69A8"/>
                </a:solidFill>
                <a:latin typeface="Arial"/>
                <a:ea typeface="Arial"/>
                <a:cs typeface="Arial"/>
              </a:defRPr>
            </a:lvl7pPr>
            <a:lvl8pPr algn="l">
              <a:defRPr sz="1425" b="1">
                <a:solidFill>
                  <a:srgbClr val="7C69A8"/>
                </a:solidFill>
                <a:latin typeface="Arial"/>
                <a:ea typeface="Arial"/>
                <a:cs typeface="Arial"/>
              </a:defRPr>
            </a:lvl8pPr>
            <a:lvl9pPr algn="l">
              <a:defRPr sz="1425" b="1">
                <a:solidFill>
                  <a:srgbClr val="7C69A8"/>
                </a:solidFill>
                <a:latin typeface="Arial"/>
                <a:ea typeface="Arial"/>
                <a:cs typeface="Arial"/>
              </a:defRPr>
            </a:lvl9pPr>
          </a:lstStyle>
          <a:p xmlns:a="http://schemas.openxmlformats.org/drawingml/2006/main">
            <a:pPr algn="l">
              <a:defRPr sz="1425" b="1">
                <a:solidFill>
                  <a:srgbClr val="7C69A8"/>
                </a:solidFill>
                <a:latin typeface="Arial"/>
                <a:ea typeface="Arial"/>
                <a:cs typeface="Arial"/>
              </a:defRPr>
            </a:pPr>
            <a:r>
              <a:rPr sz="1425" b="1">
                <a:solidFill>
                  <a:srgbClr val="7C69A8"/>
                </a:solidFill>
                <a:latin typeface="Arial"/>
                <a:ea typeface="Arial"/>
                <a:cs typeface="Arial"/>
              </a:rPr>
              <a:t>04</a:t>
            </a:r>
          </a:p>
        </p:txBody>
      </p:sp>
      <p:sp>
        <p:nvSpPr>
          <p:cNvPr id="21" name="text-29">
            <a:extLst xmlns:a="http://schemas.openxmlformats.org/drawingml/2006/main">
              <a:ext uri="{FF2B5EF4-FFF2-40B4-BE49-F238E27FC236}">
                <a16:creationId xmlns:a16="http://schemas.microsoft.com/office/drawing/2014/main" id="{BECDAE29-82D3-47B7-BF6C-0EBEEA82DD29}"/>
              </a:ext>
            </a:extLst>
          </p:cNvPr>
          <p:cNvSpPr>
            <a:spLocks xmlns:a="http://schemas.openxmlformats.org/drawingml/2006/main" noGrp="1"/>
          </p:cNvSpPr>
          <p:nvPr/>
        </p:nvSpPr>
        <p:spPr>
          <a:xfrm xmlns:a="http://schemas.openxmlformats.org/drawingml/2006/main">
            <a:off x="9067800" y="25717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B1A17"/>
                </a:solidFill>
                <a:latin typeface="Arial"/>
                <a:ea typeface="Arial"/>
                <a:cs typeface="Arial"/>
              </a:defRPr>
            </a:defPPr>
            <a:lvl1pPr algn="l">
              <a:defRPr sz="2775" b="1">
                <a:solidFill>
                  <a:srgbClr val="1B1A17"/>
                </a:solidFill>
                <a:latin typeface="Arial"/>
                <a:ea typeface="Arial"/>
                <a:cs typeface="Arial"/>
              </a:defRPr>
            </a:lvl1pPr>
            <a:lvl2pPr algn="l">
              <a:defRPr sz="2775" b="1">
                <a:solidFill>
                  <a:srgbClr val="1B1A17"/>
                </a:solidFill>
                <a:latin typeface="Arial"/>
                <a:ea typeface="Arial"/>
                <a:cs typeface="Arial"/>
              </a:defRPr>
            </a:lvl2pPr>
            <a:lvl3pPr algn="l">
              <a:defRPr sz="2775" b="1">
                <a:solidFill>
                  <a:srgbClr val="1B1A17"/>
                </a:solidFill>
                <a:latin typeface="Arial"/>
                <a:ea typeface="Arial"/>
                <a:cs typeface="Arial"/>
              </a:defRPr>
            </a:lvl3pPr>
            <a:lvl4pPr algn="l">
              <a:defRPr sz="2775" b="1">
                <a:solidFill>
                  <a:srgbClr val="1B1A17"/>
                </a:solidFill>
                <a:latin typeface="Arial"/>
                <a:ea typeface="Arial"/>
                <a:cs typeface="Arial"/>
              </a:defRPr>
            </a:lvl4pPr>
            <a:lvl5pPr algn="l">
              <a:defRPr sz="2775" b="1">
                <a:solidFill>
                  <a:srgbClr val="1B1A17"/>
                </a:solidFill>
                <a:latin typeface="Arial"/>
                <a:ea typeface="Arial"/>
                <a:cs typeface="Arial"/>
              </a:defRPr>
            </a:lvl5pPr>
            <a:lvl6pPr algn="l">
              <a:defRPr sz="2775" b="1">
                <a:solidFill>
                  <a:srgbClr val="1B1A17"/>
                </a:solidFill>
                <a:latin typeface="Arial"/>
                <a:ea typeface="Arial"/>
                <a:cs typeface="Arial"/>
              </a:defRPr>
            </a:lvl6pPr>
            <a:lvl7pPr algn="l">
              <a:defRPr sz="2775" b="1">
                <a:solidFill>
                  <a:srgbClr val="1B1A17"/>
                </a:solidFill>
                <a:latin typeface="Arial"/>
                <a:ea typeface="Arial"/>
                <a:cs typeface="Arial"/>
              </a:defRPr>
            </a:lvl7pPr>
            <a:lvl8pPr algn="l">
              <a:defRPr sz="2775" b="1">
                <a:solidFill>
                  <a:srgbClr val="1B1A17"/>
                </a:solidFill>
                <a:latin typeface="Arial"/>
                <a:ea typeface="Arial"/>
                <a:cs typeface="Arial"/>
              </a:defRPr>
            </a:lvl8pPr>
            <a:lvl9pPr algn="l">
              <a:defRPr sz="2775" b="1">
                <a:solidFill>
                  <a:srgbClr val="1B1A17"/>
                </a:solidFill>
                <a:latin typeface="Arial"/>
                <a:ea typeface="Arial"/>
                <a:cs typeface="Arial"/>
              </a:defRPr>
            </a:lvl9pPr>
          </a:lstStyle>
          <a:p xmlns:a="http://schemas.openxmlformats.org/drawingml/2006/main">
            <a:pPr algn="l">
              <a:defRPr sz="2775" b="1">
                <a:solidFill>
                  <a:srgbClr val="1B1A17"/>
                </a:solidFill>
                <a:latin typeface="Arial"/>
                <a:ea typeface="Arial"/>
                <a:cs typeface="Arial"/>
              </a:defRPr>
            </a:pPr>
            <a:r>
              <a:rPr sz="2775" b="1">
                <a:solidFill>
                  <a:srgbClr val="1B1A17"/>
                </a:solidFill>
                <a:latin typeface="Arial"/>
                <a:ea typeface="Arial"/>
                <a:cs typeface="Arial"/>
              </a:rPr>
              <a:t>Inspect</a:t>
            </a:r>
          </a:p>
        </p:txBody>
      </p:sp>
      <p:sp>
        <p:nvSpPr>
          <p:cNvPr id="22" name="text-30">
            <a:extLst xmlns:a="http://schemas.openxmlformats.org/drawingml/2006/main">
              <a:ext uri="{FF2B5EF4-FFF2-40B4-BE49-F238E27FC236}">
                <a16:creationId xmlns:a16="http://schemas.microsoft.com/office/drawing/2014/main" id="{910CEDCF-01F7-4E25-826A-57A4CD10ED96}"/>
              </a:ext>
            </a:extLst>
          </p:cNvPr>
          <p:cNvSpPr>
            <a:spLocks xmlns:a="http://schemas.openxmlformats.org/drawingml/2006/main" noGrp="1"/>
          </p:cNvSpPr>
          <p:nvPr/>
        </p:nvSpPr>
        <p:spPr>
          <a:xfrm xmlns:a="http://schemas.openxmlformats.org/drawingml/2006/main">
            <a:off x="9067800" y="3209925"/>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B1A17"/>
                </a:solidFill>
                <a:latin typeface="Arial"/>
                <a:ea typeface="Arial"/>
                <a:cs typeface="Arial"/>
              </a:defRPr>
            </a:defPPr>
            <a:lvl1pPr algn="l">
              <a:defRPr sz="1650" b="1">
                <a:solidFill>
                  <a:srgbClr val="1B1A17"/>
                </a:solidFill>
                <a:latin typeface="Arial"/>
                <a:ea typeface="Arial"/>
                <a:cs typeface="Arial"/>
              </a:defRPr>
            </a:lvl1pPr>
            <a:lvl2pPr algn="l">
              <a:defRPr sz="1650" b="1">
                <a:solidFill>
                  <a:srgbClr val="1B1A17"/>
                </a:solidFill>
                <a:latin typeface="Arial"/>
                <a:ea typeface="Arial"/>
                <a:cs typeface="Arial"/>
              </a:defRPr>
            </a:lvl2pPr>
            <a:lvl3pPr algn="l">
              <a:defRPr sz="1650" b="1">
                <a:solidFill>
                  <a:srgbClr val="1B1A17"/>
                </a:solidFill>
                <a:latin typeface="Arial"/>
                <a:ea typeface="Arial"/>
                <a:cs typeface="Arial"/>
              </a:defRPr>
            </a:lvl3pPr>
            <a:lvl4pPr algn="l">
              <a:defRPr sz="1650" b="1">
                <a:solidFill>
                  <a:srgbClr val="1B1A17"/>
                </a:solidFill>
                <a:latin typeface="Arial"/>
                <a:ea typeface="Arial"/>
                <a:cs typeface="Arial"/>
              </a:defRPr>
            </a:lvl4pPr>
            <a:lvl5pPr algn="l">
              <a:defRPr sz="1650" b="1">
                <a:solidFill>
                  <a:srgbClr val="1B1A17"/>
                </a:solidFill>
                <a:latin typeface="Arial"/>
                <a:ea typeface="Arial"/>
                <a:cs typeface="Arial"/>
              </a:defRPr>
            </a:lvl5pPr>
            <a:lvl6pPr algn="l">
              <a:defRPr sz="1650" b="1">
                <a:solidFill>
                  <a:srgbClr val="1B1A17"/>
                </a:solidFill>
                <a:latin typeface="Arial"/>
                <a:ea typeface="Arial"/>
                <a:cs typeface="Arial"/>
              </a:defRPr>
            </a:lvl6pPr>
            <a:lvl7pPr algn="l">
              <a:defRPr sz="1650" b="1">
                <a:solidFill>
                  <a:srgbClr val="1B1A17"/>
                </a:solidFill>
                <a:latin typeface="Arial"/>
                <a:ea typeface="Arial"/>
                <a:cs typeface="Arial"/>
              </a:defRPr>
            </a:lvl7pPr>
            <a:lvl8pPr algn="l">
              <a:defRPr sz="1650" b="1">
                <a:solidFill>
                  <a:srgbClr val="1B1A17"/>
                </a:solidFill>
                <a:latin typeface="Arial"/>
                <a:ea typeface="Arial"/>
                <a:cs typeface="Arial"/>
              </a:defRPr>
            </a:lvl8pPr>
            <a:lvl9pPr algn="l">
              <a:defRPr sz="1650" b="1">
                <a:solidFill>
                  <a:srgbClr val="1B1A17"/>
                </a:solidFill>
                <a:latin typeface="Arial"/>
                <a:ea typeface="Arial"/>
                <a:cs typeface="Arial"/>
              </a:defRPr>
            </a:lvl9pPr>
          </a:lstStyle>
          <a:p xmlns:a="http://schemas.openxmlformats.org/drawingml/2006/main">
            <a:pPr algn="l">
              <a:defRPr sz="1650" b="1">
                <a:solidFill>
                  <a:srgbClr val="1B1A17"/>
                </a:solidFill>
                <a:latin typeface="Arial"/>
                <a:ea typeface="Arial"/>
                <a:cs typeface="Arial"/>
              </a:defRPr>
            </a:pPr>
            <a:r>
              <a:rPr sz="1650" b="1">
                <a:solidFill>
                  <a:srgbClr val="1B1A17"/>
                </a:solidFill>
                <a:latin typeface="Arial"/>
                <a:ea typeface="Arial"/>
                <a:cs typeface="Arial"/>
              </a:rPr>
              <a:t>Answer and evidence</a:t>
            </a:r>
          </a:p>
        </p:txBody>
      </p:sp>
      <p:sp>
        <p:nvSpPr>
          <p:cNvPr id="23" name="text-31">
            <a:extLst xmlns:a="http://schemas.openxmlformats.org/drawingml/2006/main">
              <a:ext uri="{FF2B5EF4-FFF2-40B4-BE49-F238E27FC236}">
                <a16:creationId xmlns:a16="http://schemas.microsoft.com/office/drawing/2014/main" id="{C1133C22-E586-44E1-8F5D-7EB87C72AD6B}"/>
              </a:ext>
            </a:extLst>
          </p:cNvPr>
          <p:cNvSpPr>
            <a:spLocks xmlns:a="http://schemas.openxmlformats.org/drawingml/2006/main" noGrp="1"/>
          </p:cNvSpPr>
          <p:nvPr/>
        </p:nvSpPr>
        <p:spPr>
          <a:xfrm xmlns:a="http://schemas.openxmlformats.org/drawingml/2006/main">
            <a:off x="9067800" y="366712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6645E"/>
                </a:solidFill>
                <a:latin typeface="Arial"/>
                <a:ea typeface="Arial"/>
                <a:cs typeface="Arial"/>
              </a:defRPr>
            </a:defPPr>
            <a:lvl1pPr algn="l">
              <a:defRPr sz="1650" b="0">
                <a:solidFill>
                  <a:srgbClr val="66645E"/>
                </a:solidFill>
                <a:latin typeface="Arial"/>
                <a:ea typeface="Arial"/>
                <a:cs typeface="Arial"/>
              </a:defRPr>
            </a:lvl1pPr>
            <a:lvl2pPr algn="l">
              <a:defRPr sz="1650" b="0">
                <a:solidFill>
                  <a:srgbClr val="66645E"/>
                </a:solidFill>
                <a:latin typeface="Arial"/>
                <a:ea typeface="Arial"/>
                <a:cs typeface="Arial"/>
              </a:defRPr>
            </a:lvl2pPr>
            <a:lvl3pPr algn="l">
              <a:defRPr sz="1650" b="0">
                <a:solidFill>
                  <a:srgbClr val="66645E"/>
                </a:solidFill>
                <a:latin typeface="Arial"/>
                <a:ea typeface="Arial"/>
                <a:cs typeface="Arial"/>
              </a:defRPr>
            </a:lvl3pPr>
            <a:lvl4pPr algn="l">
              <a:defRPr sz="1650" b="0">
                <a:solidFill>
                  <a:srgbClr val="66645E"/>
                </a:solidFill>
                <a:latin typeface="Arial"/>
                <a:ea typeface="Arial"/>
                <a:cs typeface="Arial"/>
              </a:defRPr>
            </a:lvl4pPr>
            <a:lvl5pPr algn="l">
              <a:defRPr sz="1650" b="0">
                <a:solidFill>
                  <a:srgbClr val="66645E"/>
                </a:solidFill>
                <a:latin typeface="Arial"/>
                <a:ea typeface="Arial"/>
                <a:cs typeface="Arial"/>
              </a:defRPr>
            </a:lvl5pPr>
            <a:lvl6pPr algn="l">
              <a:defRPr sz="1650" b="0">
                <a:solidFill>
                  <a:srgbClr val="66645E"/>
                </a:solidFill>
                <a:latin typeface="Arial"/>
                <a:ea typeface="Arial"/>
                <a:cs typeface="Arial"/>
              </a:defRPr>
            </a:lvl6pPr>
            <a:lvl7pPr algn="l">
              <a:defRPr sz="1650" b="0">
                <a:solidFill>
                  <a:srgbClr val="66645E"/>
                </a:solidFill>
                <a:latin typeface="Arial"/>
                <a:ea typeface="Arial"/>
                <a:cs typeface="Arial"/>
              </a:defRPr>
            </a:lvl7pPr>
            <a:lvl8pPr algn="l">
              <a:defRPr sz="1650" b="0">
                <a:solidFill>
                  <a:srgbClr val="66645E"/>
                </a:solidFill>
                <a:latin typeface="Arial"/>
                <a:ea typeface="Arial"/>
                <a:cs typeface="Arial"/>
              </a:defRPr>
            </a:lvl8pPr>
            <a:lvl9pPr algn="l">
              <a:defRPr sz="1650" b="0">
                <a:solidFill>
                  <a:srgbClr val="66645E"/>
                </a:solidFill>
                <a:latin typeface="Arial"/>
                <a:ea typeface="Arial"/>
                <a:cs typeface="Arial"/>
              </a:defRPr>
            </a:lvl9pPr>
          </a:lstStyle>
          <a:p xmlns:a="http://schemas.openxmlformats.org/drawingml/2006/main">
            <a:pPr algn="l">
              <a:defRPr sz="1650" b="0">
                <a:solidFill>
                  <a:srgbClr val="66645E"/>
                </a:solidFill>
                <a:latin typeface="Arial"/>
                <a:ea typeface="Arial"/>
                <a:cs typeface="Arial"/>
              </a:defRPr>
            </a:pPr>
            <a:r>
              <a:rPr sz="1650" b="0">
                <a:solidFill>
                  <a:srgbClr val="66645E"/>
                </a:solidFill>
                <a:latin typeface="Arial"/>
                <a:ea typeface="Arial"/>
                <a:cs typeface="Arial"/>
              </a:rPr>
              <a:t>The Mission panel exposes values, source dates, assumptions and the tool trace.</a:t>
            </a:r>
          </a:p>
        </p:txBody>
      </p:sp>
      <p:sp>
        <p:nvSpPr>
          <p:cNvPr id="24" name="divider-32">
            <a:extLst xmlns:a="http://schemas.openxmlformats.org/drawingml/2006/main">
              <a:ext uri="{FF2B5EF4-FFF2-40B4-BE49-F238E27FC236}">
                <a16:creationId xmlns:a16="http://schemas.microsoft.com/office/drawing/2014/main" id="{16D079E1-B082-4EAE-AF0A-A4587535E5E8}"/>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25" name="text-33">
            <a:extLst xmlns:a="http://schemas.openxmlformats.org/drawingml/2006/main">
              <a:ext uri="{FF2B5EF4-FFF2-40B4-BE49-F238E27FC236}">
                <a16:creationId xmlns:a16="http://schemas.microsoft.com/office/drawing/2014/main" id="{5FE83530-5858-4A72-BC2D-CE9B4880510B}"/>
              </a:ext>
            </a:extLst>
          </p:cNvPr>
          <p:cNvSpPr>
            <a:spLocks xmlns:a="http://schemas.openxmlformats.org/drawingml/2006/main" noGrp="1"/>
          </p:cNvSpPr>
          <p:nvPr/>
        </p:nvSpPr>
        <p:spPr>
          <a:xfrm xmlns:a="http://schemas.openxmlformats.org/drawingml/2006/main">
            <a:off x="609600" y="5438775"/>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sz="1950" b="1">
                <a:solidFill>
                  <a:srgbClr val="1B1A17"/>
                </a:solidFill>
                <a:latin typeface="Arial"/>
                <a:ea typeface="Arial"/>
                <a:cs typeface="Arial"/>
              </a:defRPr>
            </a:pPr>
            <a:r>
              <a:rPr sz="1950" b="1">
                <a:solidFill>
                  <a:srgbClr val="1B1A17"/>
                </a:solidFill>
                <a:latin typeface="Arial"/>
                <a:ea typeface="Arial"/>
                <a:cs typeface="Arial"/>
              </a:rPr>
              <a:t>A dated snapshot anchors the scores.</a:t>
            </a:r>
          </a:p>
        </p:txBody>
      </p:sp>
      <p:sp>
        <p:nvSpPr>
          <p:cNvPr id="26" name="text-34">
            <a:extLst xmlns:a="http://schemas.openxmlformats.org/drawingml/2006/main">
              <a:ext uri="{FF2B5EF4-FFF2-40B4-BE49-F238E27FC236}">
                <a16:creationId xmlns:a16="http://schemas.microsoft.com/office/drawing/2014/main" id="{9F046B2B-BC88-4408-97F7-6D4A84B9E80E}"/>
              </a:ext>
            </a:extLst>
          </p:cNvPr>
          <p:cNvSpPr>
            <a:spLocks xmlns:a="http://schemas.openxmlformats.org/drawingml/2006/main" noGrp="1"/>
          </p:cNvSpPr>
          <p:nvPr/>
        </p:nvSpPr>
        <p:spPr>
          <a:xfrm xmlns:a="http://schemas.openxmlformats.org/drawingml/2006/main">
            <a:off x="6248400" y="5438775"/>
            <a:ext cx="533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sz="1950" b="1">
                <a:solidFill>
                  <a:srgbClr val="1B1A17"/>
                </a:solidFill>
                <a:latin typeface="Arial"/>
                <a:ea typeface="Arial"/>
                <a:cs typeface="Arial"/>
              </a:defRPr>
            </a:pPr>
            <a:r>
              <a:rPr sz="1950" b="1">
                <a:solidFill>
                  <a:srgbClr val="1B1A17"/>
                </a:solidFill>
                <a:latin typeface="Arial"/>
                <a:ea typeface="Arial"/>
                <a:cs typeface="Arial"/>
              </a:rPr>
              <a:t>Live APIs add current context.</a:t>
            </a:r>
          </a:p>
        </p:txBody>
      </p:sp>
      <p:sp>
        <p:nvSpPr>
          <p:cNvPr id="27" name="text-35">
            <a:extLst xmlns:a="http://schemas.openxmlformats.org/drawingml/2006/main">
              <a:ext uri="{FF2B5EF4-FFF2-40B4-BE49-F238E27FC236}">
                <a16:creationId xmlns:a16="http://schemas.microsoft.com/office/drawing/2014/main" id="{E631D9AC-42D1-4A56-AF8A-9DAD91871F2C}"/>
              </a:ext>
            </a:extLst>
          </p:cNvPr>
          <p:cNvSpPr>
            <a:spLocks xmlns:a="http://schemas.openxmlformats.org/drawingml/2006/main" noGrp="1"/>
          </p:cNvSpPr>
          <p:nvPr/>
        </p:nvSpPr>
        <p:spPr>
          <a:xfrm xmlns:a="http://schemas.openxmlformats.org/drawingml/2006/main">
            <a:off x="609600" y="589597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sz="1350" b="0">
                <a:solidFill>
                  <a:srgbClr val="66645E"/>
                </a:solidFill>
                <a:latin typeface="Arial"/>
                <a:ea typeface="Arial"/>
                <a:cs typeface="Arial"/>
              </a:defRPr>
            </a:pPr>
            <a:r>
              <a:rPr sz="1350" b="0">
                <a:solidFill>
                  <a:srgbClr val="66645E"/>
                </a:solidFill>
                <a:latin typeface="Arial"/>
                <a:ea typeface="Arial"/>
                <a:cs typeface="Arial"/>
              </a:rPr>
              <a:t>FAA, BTS and Census / DuckDB reads Parquet</a:t>
            </a:r>
          </a:p>
        </p:txBody>
      </p:sp>
      <p:sp>
        <p:nvSpPr>
          <p:cNvPr id="28" name="text-36">
            <a:extLst xmlns:a="http://schemas.openxmlformats.org/drawingml/2006/main">
              <a:ext uri="{FF2B5EF4-FFF2-40B4-BE49-F238E27FC236}">
                <a16:creationId xmlns:a16="http://schemas.microsoft.com/office/drawing/2014/main" id="{A8CD2303-40F7-44DB-88F3-09A71261BF57}"/>
              </a:ext>
            </a:extLst>
          </p:cNvPr>
          <p:cNvSpPr>
            <a:spLocks xmlns:a="http://schemas.openxmlformats.org/drawingml/2006/main" noGrp="1"/>
          </p:cNvSpPr>
          <p:nvPr/>
        </p:nvSpPr>
        <p:spPr>
          <a:xfrm xmlns:a="http://schemas.openxmlformats.org/drawingml/2006/main">
            <a:off x="6248400" y="5895975"/>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sz="1350" b="0">
                <a:solidFill>
                  <a:srgbClr val="66645E"/>
                </a:solidFill>
                <a:latin typeface="Arial"/>
                <a:ea typeface="Arial"/>
                <a:cs typeface="Arial"/>
              </a:defRPr>
            </a:pPr>
            <a:r>
              <a:rPr sz="1350" b="0">
                <a:solidFill>
                  <a:srgbClr val="66645E"/>
                </a:solidFill>
                <a:latin typeface="Arial"/>
                <a:ea typeface="Arial"/>
                <a:cs typeface="Arial"/>
              </a:rPr>
              <a:t>BTS traffic, DOT airfares and FAA NAS status</a:t>
            </a:r>
          </a:p>
        </p:txBody>
      </p:sp>
    </p:spTree>
    <p:extLst>
      <p:ext uri="{BB962C8B-B14F-4D97-AF65-F5344CB8AC3E}">
        <p14:creationId xmlns:p14="http://schemas.microsoft.com/office/powerpoint/2010/main" val="697517639"/>
      </p:ext>
    </p:extLst>
  </p:cSld>
</p:sld>
</file>

<file path=ppt/slides/slide3.xml><?xml version="1.0" encoding="utf-8"?>
<p:sld xmlns:a="http://schemas.openxmlformats.org/drawingml/2006/main" xmlns:a16="http://schemas.microsoft.com/office/drawing/2014/main" xmlns:p14="http://schemas.microsoft.com/office/powerpoint/2010/main"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1" name="text-37">
            <a:extLst xmlns:a="http://schemas.openxmlformats.org/drawingml/2006/main">
              <a:ext uri="{FF2B5EF4-FFF2-40B4-BE49-F238E27FC236}">
                <a16:creationId xmlns:a16="http://schemas.microsoft.com/office/drawing/2014/main" id="{34234336-945E-41A6-AA91-5F01A2522AF5}"/>
              </a:ext>
            </a:extLst>
          </p:cNvPr>
          <p:cNvSpPr>
            <a:spLocks xmlns:a="http://schemas.openxmlformats.org/drawingml/2006/main" noGrp="1"/>
          </p:cNvSpPr>
          <p:nvPr/>
        </p:nvSpPr>
        <p:spPr>
          <a:xfrm xmlns:a="http://schemas.openxmlformats.org/drawingml/2006/main">
            <a:off x="609600" y="304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66645E"/>
                </a:solidFill>
                <a:latin typeface="Arial"/>
                <a:ea typeface="Arial"/>
                <a:cs typeface="Arial"/>
              </a:defRPr>
            </a:defPPr>
            <a:lvl1pPr algn="l">
              <a:defRPr sz="1125" b="1">
                <a:solidFill>
                  <a:srgbClr val="66645E"/>
                </a:solidFill>
                <a:latin typeface="Arial"/>
                <a:ea typeface="Arial"/>
                <a:cs typeface="Arial"/>
              </a:defRPr>
            </a:lvl1pPr>
            <a:lvl2pPr algn="l">
              <a:defRPr sz="1125" b="1">
                <a:solidFill>
                  <a:srgbClr val="66645E"/>
                </a:solidFill>
                <a:latin typeface="Arial"/>
                <a:ea typeface="Arial"/>
                <a:cs typeface="Arial"/>
              </a:defRPr>
            </a:lvl2pPr>
            <a:lvl3pPr algn="l">
              <a:defRPr sz="1125" b="1">
                <a:solidFill>
                  <a:srgbClr val="66645E"/>
                </a:solidFill>
                <a:latin typeface="Arial"/>
                <a:ea typeface="Arial"/>
                <a:cs typeface="Arial"/>
              </a:defRPr>
            </a:lvl3pPr>
            <a:lvl4pPr algn="l">
              <a:defRPr sz="1125" b="1">
                <a:solidFill>
                  <a:srgbClr val="66645E"/>
                </a:solidFill>
                <a:latin typeface="Arial"/>
                <a:ea typeface="Arial"/>
                <a:cs typeface="Arial"/>
              </a:defRPr>
            </a:lvl4pPr>
            <a:lvl5pPr algn="l">
              <a:defRPr sz="1125" b="1">
                <a:solidFill>
                  <a:srgbClr val="66645E"/>
                </a:solidFill>
                <a:latin typeface="Arial"/>
                <a:ea typeface="Arial"/>
                <a:cs typeface="Arial"/>
              </a:defRPr>
            </a:lvl5pPr>
            <a:lvl6pPr algn="l">
              <a:defRPr sz="1125" b="1">
                <a:solidFill>
                  <a:srgbClr val="66645E"/>
                </a:solidFill>
                <a:latin typeface="Arial"/>
                <a:ea typeface="Arial"/>
                <a:cs typeface="Arial"/>
              </a:defRPr>
            </a:lvl6pPr>
            <a:lvl7pPr algn="l">
              <a:defRPr sz="1125" b="1">
                <a:solidFill>
                  <a:srgbClr val="66645E"/>
                </a:solidFill>
                <a:latin typeface="Arial"/>
                <a:ea typeface="Arial"/>
                <a:cs typeface="Arial"/>
              </a:defRPr>
            </a:lvl7pPr>
            <a:lvl8pPr algn="l">
              <a:defRPr sz="1125" b="1">
                <a:solidFill>
                  <a:srgbClr val="66645E"/>
                </a:solidFill>
                <a:latin typeface="Arial"/>
                <a:ea typeface="Arial"/>
                <a:cs typeface="Arial"/>
              </a:defRPr>
            </a:lvl8pPr>
            <a:lvl9pPr algn="l">
              <a:defRPr sz="1125" b="1">
                <a:solidFill>
                  <a:srgbClr val="66645E"/>
                </a:solidFill>
                <a:latin typeface="Arial"/>
                <a:ea typeface="Arial"/>
                <a:cs typeface="Arial"/>
              </a:defRPr>
            </a:lvl9pPr>
          </a:lstStyle>
          <a:p xmlns:a="http://schemas.openxmlformats.org/drawingml/2006/main">
            <a:pPr algn="l">
              <a:defRPr sz="1125" b="1">
                <a:solidFill>
                  <a:srgbClr val="66645E"/>
                </a:solidFill>
                <a:latin typeface="Arial"/>
                <a:ea typeface="Arial"/>
                <a:cs typeface="Arial"/>
              </a:defRPr>
            </a:pPr>
            <a:r>
              <a:rPr sz="1125" b="1">
                <a:solidFill>
                  <a:srgbClr val="66645E"/>
                </a:solidFill>
                <a:latin typeface="Arial"/>
                <a:ea typeface="Arial"/>
                <a:cs typeface="Arial"/>
              </a:rPr>
              <a:t>AIRPORT INVESTMENT INTELLIGENCE</a:t>
            </a:r>
          </a:p>
        </p:txBody>
      </p:sp>
      <p:sp>
        <p:nvSpPr>
          <p:cNvPr id="2" name="text-38">
            <a:extLst xmlns:a="http://schemas.openxmlformats.org/drawingml/2006/main">
              <a:ext uri="{FF2B5EF4-FFF2-40B4-BE49-F238E27FC236}">
                <a16:creationId xmlns:a16="http://schemas.microsoft.com/office/drawing/2014/main" id="{AB771040-B201-4F99-AD9C-B2BC7E3DD141}"/>
              </a:ext>
            </a:extLst>
          </p:cNvPr>
          <p:cNvSpPr>
            <a:spLocks xmlns:a="http://schemas.openxmlformats.org/drawingml/2006/main" noGrp="1"/>
          </p:cNvSpPr>
          <p:nvPr/>
        </p:nvSpPr>
        <p:spPr>
          <a:xfrm xmlns:a="http://schemas.openxmlformats.org/drawingml/2006/main">
            <a:off x="10810875" y="3048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645E"/>
                </a:solidFill>
                <a:latin typeface="Arial"/>
                <a:ea typeface="Arial"/>
                <a:cs typeface="Arial"/>
              </a:defRPr>
            </a:defPPr>
            <a:lvl1pPr algn="r">
              <a:defRPr sz="1125" b="0">
                <a:solidFill>
                  <a:srgbClr val="66645E"/>
                </a:solidFill>
                <a:latin typeface="Arial"/>
                <a:ea typeface="Arial"/>
                <a:cs typeface="Arial"/>
              </a:defRPr>
            </a:lvl1pPr>
            <a:lvl2pPr algn="r">
              <a:defRPr sz="1125" b="0">
                <a:solidFill>
                  <a:srgbClr val="66645E"/>
                </a:solidFill>
                <a:latin typeface="Arial"/>
                <a:ea typeface="Arial"/>
                <a:cs typeface="Arial"/>
              </a:defRPr>
            </a:lvl2pPr>
            <a:lvl3pPr algn="r">
              <a:defRPr sz="1125" b="0">
                <a:solidFill>
                  <a:srgbClr val="66645E"/>
                </a:solidFill>
                <a:latin typeface="Arial"/>
                <a:ea typeface="Arial"/>
                <a:cs typeface="Arial"/>
              </a:defRPr>
            </a:lvl3pPr>
            <a:lvl4pPr algn="r">
              <a:defRPr sz="1125" b="0">
                <a:solidFill>
                  <a:srgbClr val="66645E"/>
                </a:solidFill>
                <a:latin typeface="Arial"/>
                <a:ea typeface="Arial"/>
                <a:cs typeface="Arial"/>
              </a:defRPr>
            </a:lvl4pPr>
            <a:lvl5pPr algn="r">
              <a:defRPr sz="1125" b="0">
                <a:solidFill>
                  <a:srgbClr val="66645E"/>
                </a:solidFill>
                <a:latin typeface="Arial"/>
                <a:ea typeface="Arial"/>
                <a:cs typeface="Arial"/>
              </a:defRPr>
            </a:lvl5pPr>
            <a:lvl6pPr algn="r">
              <a:defRPr sz="1125" b="0">
                <a:solidFill>
                  <a:srgbClr val="66645E"/>
                </a:solidFill>
                <a:latin typeface="Arial"/>
                <a:ea typeface="Arial"/>
                <a:cs typeface="Arial"/>
              </a:defRPr>
            </a:lvl6pPr>
            <a:lvl7pPr algn="r">
              <a:defRPr sz="1125" b="0">
                <a:solidFill>
                  <a:srgbClr val="66645E"/>
                </a:solidFill>
                <a:latin typeface="Arial"/>
                <a:ea typeface="Arial"/>
                <a:cs typeface="Arial"/>
              </a:defRPr>
            </a:lvl7pPr>
            <a:lvl8pPr algn="r">
              <a:defRPr sz="1125" b="0">
                <a:solidFill>
                  <a:srgbClr val="66645E"/>
                </a:solidFill>
                <a:latin typeface="Arial"/>
                <a:ea typeface="Arial"/>
                <a:cs typeface="Arial"/>
              </a:defRPr>
            </a:lvl8pPr>
            <a:lvl9pPr algn="r">
              <a:defRPr sz="1125" b="0">
                <a:solidFill>
                  <a:srgbClr val="66645E"/>
                </a:solidFill>
                <a:latin typeface="Arial"/>
                <a:ea typeface="Arial"/>
                <a:cs typeface="Arial"/>
              </a:defRPr>
            </a:lvl9pPr>
          </a:lstStyle>
          <a:p xmlns:a="http://schemas.openxmlformats.org/drawingml/2006/main">
            <a:pPr algn="r">
              <a:defRPr sz="1125" b="0">
                <a:solidFill>
                  <a:srgbClr val="66645E"/>
                </a:solidFill>
                <a:latin typeface="Arial"/>
                <a:ea typeface="Arial"/>
                <a:cs typeface="Arial"/>
              </a:defRPr>
            </a:pPr>
            <a:r>
              <a:rPr sz="1125" b="0">
                <a:solidFill>
                  <a:srgbClr val="66645E"/>
                </a:solidFill>
                <a:latin typeface="Arial"/>
                <a:ea typeface="Arial"/>
                <a:cs typeface="Arial"/>
              </a:rPr>
              <a:t>04 / 06</a:t>
            </a:r>
          </a:p>
        </p:txBody>
      </p:sp>
      <p:sp>
        <p:nvSpPr>
          <p:cNvPr id="3" name="text-39">
            <a:extLst xmlns:a="http://schemas.openxmlformats.org/drawingml/2006/main">
              <a:ext uri="{FF2B5EF4-FFF2-40B4-BE49-F238E27FC236}">
                <a16:creationId xmlns:a16="http://schemas.microsoft.com/office/drawing/2014/main" id="{096B1493-61A8-4A69-8D5B-54242D148B41}"/>
              </a:ext>
            </a:extLst>
          </p:cNvPr>
          <p:cNvSpPr>
            <a:spLocks xmlns:a="http://schemas.openxmlformats.org/drawingml/2006/main" noGrp="1"/>
          </p:cNvSpPr>
          <p:nvPr/>
        </p:nvSpPr>
        <p:spPr>
          <a:xfrm xmlns:a="http://schemas.openxmlformats.org/drawingml/2006/main">
            <a:off x="609600" y="65913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6645E"/>
                </a:solidFill>
                <a:latin typeface="Arial"/>
                <a:ea typeface="Arial"/>
                <a:cs typeface="Arial"/>
              </a:defRPr>
            </a:defPPr>
            <a:lvl1pPr algn="l">
              <a:defRPr sz="975" b="0">
                <a:solidFill>
                  <a:srgbClr val="66645E"/>
                </a:solidFill>
                <a:latin typeface="Arial"/>
                <a:ea typeface="Arial"/>
                <a:cs typeface="Arial"/>
              </a:defRPr>
            </a:lvl1pPr>
            <a:lvl2pPr algn="l">
              <a:defRPr sz="975" b="0">
                <a:solidFill>
                  <a:srgbClr val="66645E"/>
                </a:solidFill>
                <a:latin typeface="Arial"/>
                <a:ea typeface="Arial"/>
                <a:cs typeface="Arial"/>
              </a:defRPr>
            </a:lvl2pPr>
            <a:lvl3pPr algn="l">
              <a:defRPr sz="975" b="0">
                <a:solidFill>
                  <a:srgbClr val="66645E"/>
                </a:solidFill>
                <a:latin typeface="Arial"/>
                <a:ea typeface="Arial"/>
                <a:cs typeface="Arial"/>
              </a:defRPr>
            </a:lvl3pPr>
            <a:lvl4pPr algn="l">
              <a:defRPr sz="975" b="0">
                <a:solidFill>
                  <a:srgbClr val="66645E"/>
                </a:solidFill>
                <a:latin typeface="Arial"/>
                <a:ea typeface="Arial"/>
                <a:cs typeface="Arial"/>
              </a:defRPr>
            </a:lvl4pPr>
            <a:lvl5pPr algn="l">
              <a:defRPr sz="975" b="0">
                <a:solidFill>
                  <a:srgbClr val="66645E"/>
                </a:solidFill>
                <a:latin typeface="Arial"/>
                <a:ea typeface="Arial"/>
                <a:cs typeface="Arial"/>
              </a:defRPr>
            </a:lvl5pPr>
            <a:lvl6pPr algn="l">
              <a:defRPr sz="975" b="0">
                <a:solidFill>
                  <a:srgbClr val="66645E"/>
                </a:solidFill>
                <a:latin typeface="Arial"/>
                <a:ea typeface="Arial"/>
                <a:cs typeface="Arial"/>
              </a:defRPr>
            </a:lvl6pPr>
            <a:lvl7pPr algn="l">
              <a:defRPr sz="975" b="0">
                <a:solidFill>
                  <a:srgbClr val="66645E"/>
                </a:solidFill>
                <a:latin typeface="Arial"/>
                <a:ea typeface="Arial"/>
                <a:cs typeface="Arial"/>
              </a:defRPr>
            </a:lvl7pPr>
            <a:lvl8pPr algn="l">
              <a:defRPr sz="975" b="0">
                <a:solidFill>
                  <a:srgbClr val="66645E"/>
                </a:solidFill>
                <a:latin typeface="Arial"/>
                <a:ea typeface="Arial"/>
                <a:cs typeface="Arial"/>
              </a:defRPr>
            </a:lvl8pPr>
            <a:lvl9pPr algn="l">
              <a:defRPr sz="975" b="0">
                <a:solidFill>
                  <a:srgbClr val="66645E"/>
                </a:solidFill>
                <a:latin typeface="Arial"/>
                <a:ea typeface="Arial"/>
                <a:cs typeface="Arial"/>
              </a:defRPr>
            </a:lvl9pPr>
          </a:lstStyle>
          <a:p xmlns:a="http://schemas.openxmlformats.org/drawingml/2006/main">
            <a:pPr algn="l">
              <a:defRPr sz="975" b="0">
                <a:solidFill>
                  <a:srgbClr val="66645E"/>
                </a:solidFill>
                <a:latin typeface="Arial"/>
                <a:ea typeface="Arial"/>
                <a:cs typeface="Arial"/>
              </a:defRPr>
            </a:pPr>
            <a:r>
              <a:rPr sz="975" b="0">
                <a:solidFill>
                  <a:srgbClr val="66645E"/>
                </a:solidFill>
                <a:latin typeface="Arial"/>
                <a:ea typeface="Arial"/>
                <a:cs typeface="Arial"/>
              </a:rPr>
              <a:t>SCORING METHODOLOGY</a:t>
            </a:r>
          </a:p>
        </p:txBody>
      </p:sp>
      <p:sp>
        <p:nvSpPr>
          <p:cNvPr id="4" name="slide-title">
            <a:extLst xmlns:a="http://schemas.openxmlformats.org/drawingml/2006/main">
              <a:ext uri="{FF2B5EF4-FFF2-40B4-BE49-F238E27FC236}">
                <a16:creationId xmlns:a16="http://schemas.microsoft.com/office/drawing/2014/main" id="{AD411932-C50C-4079-9C19-8C482C692C13}"/>
              </a:ext>
            </a:extLst>
          </p:cNvPr>
          <p:cNvSpPr>
            <a:spLocks xmlns:a="http://schemas.openxmlformats.org/drawingml/2006/main" noGrp="1"/>
          </p:cNvSpPr>
          <p:nvPr/>
        </p:nvSpPr>
        <p:spPr>
          <a:xfrm xmlns:a="http://schemas.openxmlformats.org/drawingml/2006/main">
            <a:off x="609600" y="8858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B1A17"/>
                </a:solidFill>
                <a:latin typeface="Georgia"/>
                <a:ea typeface="Georgia"/>
                <a:cs typeface="Georgia"/>
              </a:defRPr>
            </a:defPPr>
            <a:lvl1pPr algn="l">
              <a:defRPr sz="3600" b="0">
                <a:solidFill>
                  <a:srgbClr val="1B1A17"/>
                </a:solidFill>
                <a:latin typeface="Georgia"/>
                <a:ea typeface="Georgia"/>
                <a:cs typeface="Georgia"/>
              </a:defRPr>
            </a:lvl1pPr>
            <a:lvl2pPr algn="l">
              <a:defRPr sz="3600" b="0">
                <a:solidFill>
                  <a:srgbClr val="1B1A17"/>
                </a:solidFill>
                <a:latin typeface="Georgia"/>
                <a:ea typeface="Georgia"/>
                <a:cs typeface="Georgia"/>
              </a:defRPr>
            </a:lvl2pPr>
            <a:lvl3pPr algn="l">
              <a:defRPr sz="3600" b="0">
                <a:solidFill>
                  <a:srgbClr val="1B1A17"/>
                </a:solidFill>
                <a:latin typeface="Georgia"/>
                <a:ea typeface="Georgia"/>
                <a:cs typeface="Georgia"/>
              </a:defRPr>
            </a:lvl3pPr>
            <a:lvl4pPr algn="l">
              <a:defRPr sz="3600" b="0">
                <a:solidFill>
                  <a:srgbClr val="1B1A17"/>
                </a:solidFill>
                <a:latin typeface="Georgia"/>
                <a:ea typeface="Georgia"/>
                <a:cs typeface="Georgia"/>
              </a:defRPr>
            </a:lvl4pPr>
            <a:lvl5pPr algn="l">
              <a:defRPr sz="3600" b="0">
                <a:solidFill>
                  <a:srgbClr val="1B1A17"/>
                </a:solidFill>
                <a:latin typeface="Georgia"/>
                <a:ea typeface="Georgia"/>
                <a:cs typeface="Georgia"/>
              </a:defRPr>
            </a:lvl5pPr>
            <a:lvl6pPr algn="l">
              <a:defRPr sz="3600" b="0">
                <a:solidFill>
                  <a:srgbClr val="1B1A17"/>
                </a:solidFill>
                <a:latin typeface="Georgia"/>
                <a:ea typeface="Georgia"/>
                <a:cs typeface="Georgia"/>
              </a:defRPr>
            </a:lvl6pPr>
            <a:lvl7pPr algn="l">
              <a:defRPr sz="3600" b="0">
                <a:solidFill>
                  <a:srgbClr val="1B1A17"/>
                </a:solidFill>
                <a:latin typeface="Georgia"/>
                <a:ea typeface="Georgia"/>
                <a:cs typeface="Georgia"/>
              </a:defRPr>
            </a:lvl7pPr>
            <a:lvl8pPr algn="l">
              <a:defRPr sz="3600" b="0">
                <a:solidFill>
                  <a:srgbClr val="1B1A17"/>
                </a:solidFill>
                <a:latin typeface="Georgia"/>
                <a:ea typeface="Georgia"/>
                <a:cs typeface="Georgia"/>
              </a:defRPr>
            </a:lvl8pPr>
            <a:lvl9pPr algn="l">
              <a:defRPr sz="3600" b="0">
                <a:solidFill>
                  <a:srgbClr val="1B1A17"/>
                </a:solidFill>
                <a:latin typeface="Georgia"/>
                <a:ea typeface="Georgia"/>
                <a:cs typeface="Georgia"/>
              </a:defRPr>
            </a:lvl9pPr>
          </a:lstStyle>
          <a:p xmlns:a="http://schemas.openxmlformats.org/drawingml/2006/main">
            <a:pPr algn="l">
              <a:defRPr sz="3600" b="0">
                <a:solidFill>
                  <a:srgbClr val="1B1A17"/>
                </a:solidFill>
                <a:latin typeface="Georgia"/>
                <a:ea typeface="Georgia"/>
                <a:cs typeface="Georgia"/>
              </a:defRPr>
            </a:pPr>
            <a:r>
              <a:rPr sz="3600" b="0">
                <a:solidFill>
                  <a:srgbClr val="1B1A17"/>
                </a:solidFill>
                <a:latin typeface="Georgia"/>
                <a:ea typeface="Georgia"/>
                <a:cs typeface="Georgia"/>
              </a:rPr>
              <a:t>Growth, pressure and market size</a:t>
            </a:r>
          </a:p>
        </p:txBody>
      </p:sp>
      <p:sp>
        <p:nvSpPr>
          <p:cNvPr id="5" name="text-40">
            <a:extLst xmlns:a="http://schemas.openxmlformats.org/drawingml/2006/main">
              <a:ext uri="{FF2B5EF4-FFF2-40B4-BE49-F238E27FC236}">
                <a16:creationId xmlns:a16="http://schemas.microsoft.com/office/drawing/2014/main" id="{5033DB5A-3BDF-4C07-AEB2-5DB79403DD72}"/>
              </a:ext>
            </a:extLst>
          </p:cNvPr>
          <p:cNvSpPr>
            <a:spLocks xmlns:a="http://schemas.openxmlformats.org/drawingml/2006/main" noGrp="1"/>
          </p:cNvSpPr>
          <p:nvPr/>
        </p:nvSpPr>
        <p:spPr>
          <a:xfrm xmlns:a="http://schemas.openxmlformats.org/drawingml/2006/main">
            <a:off x="609600" y="2076450"/>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7C69A8"/>
                </a:solidFill>
                <a:latin typeface="Arial"/>
                <a:ea typeface="Arial"/>
                <a:cs typeface="Arial"/>
              </a:defRPr>
            </a:defPPr>
            <a:lvl1pPr algn="l">
              <a:defRPr sz="3825" b="1">
                <a:solidFill>
                  <a:srgbClr val="7C69A8"/>
                </a:solidFill>
                <a:latin typeface="Arial"/>
                <a:ea typeface="Arial"/>
                <a:cs typeface="Arial"/>
              </a:defRPr>
            </a:lvl1pPr>
            <a:lvl2pPr algn="l">
              <a:defRPr sz="3825" b="1">
                <a:solidFill>
                  <a:srgbClr val="7C69A8"/>
                </a:solidFill>
                <a:latin typeface="Arial"/>
                <a:ea typeface="Arial"/>
                <a:cs typeface="Arial"/>
              </a:defRPr>
            </a:lvl2pPr>
            <a:lvl3pPr algn="l">
              <a:defRPr sz="3825" b="1">
                <a:solidFill>
                  <a:srgbClr val="7C69A8"/>
                </a:solidFill>
                <a:latin typeface="Arial"/>
                <a:ea typeface="Arial"/>
                <a:cs typeface="Arial"/>
              </a:defRPr>
            </a:lvl3pPr>
            <a:lvl4pPr algn="l">
              <a:defRPr sz="3825" b="1">
                <a:solidFill>
                  <a:srgbClr val="7C69A8"/>
                </a:solidFill>
                <a:latin typeface="Arial"/>
                <a:ea typeface="Arial"/>
                <a:cs typeface="Arial"/>
              </a:defRPr>
            </a:lvl4pPr>
            <a:lvl5pPr algn="l">
              <a:defRPr sz="3825" b="1">
                <a:solidFill>
                  <a:srgbClr val="7C69A8"/>
                </a:solidFill>
                <a:latin typeface="Arial"/>
                <a:ea typeface="Arial"/>
                <a:cs typeface="Arial"/>
              </a:defRPr>
            </a:lvl5pPr>
            <a:lvl6pPr algn="l">
              <a:defRPr sz="3825" b="1">
                <a:solidFill>
                  <a:srgbClr val="7C69A8"/>
                </a:solidFill>
                <a:latin typeface="Arial"/>
                <a:ea typeface="Arial"/>
                <a:cs typeface="Arial"/>
              </a:defRPr>
            </a:lvl6pPr>
            <a:lvl7pPr algn="l">
              <a:defRPr sz="3825" b="1">
                <a:solidFill>
                  <a:srgbClr val="7C69A8"/>
                </a:solidFill>
                <a:latin typeface="Arial"/>
                <a:ea typeface="Arial"/>
                <a:cs typeface="Arial"/>
              </a:defRPr>
            </a:lvl7pPr>
            <a:lvl8pPr algn="l">
              <a:defRPr sz="3825" b="1">
                <a:solidFill>
                  <a:srgbClr val="7C69A8"/>
                </a:solidFill>
                <a:latin typeface="Arial"/>
                <a:ea typeface="Arial"/>
                <a:cs typeface="Arial"/>
              </a:defRPr>
            </a:lvl8pPr>
            <a:lvl9pPr algn="l">
              <a:defRPr sz="3825" b="1">
                <a:solidFill>
                  <a:srgbClr val="7C69A8"/>
                </a:solidFill>
                <a:latin typeface="Arial"/>
                <a:ea typeface="Arial"/>
                <a:cs typeface="Arial"/>
              </a:defRPr>
            </a:lvl9pPr>
          </a:lstStyle>
          <a:p xmlns:a="http://schemas.openxmlformats.org/drawingml/2006/main">
            <a:pPr algn="l">
              <a:defRPr sz="3825" b="1">
                <a:solidFill>
                  <a:srgbClr val="7C69A8"/>
                </a:solidFill>
                <a:latin typeface="Arial"/>
                <a:ea typeface="Arial"/>
                <a:cs typeface="Arial"/>
              </a:defRPr>
            </a:pPr>
            <a:r>
              <a:rPr sz="3825" b="1">
                <a:solidFill>
                  <a:srgbClr val="7C69A8"/>
                </a:solidFill>
                <a:latin typeface="Arial"/>
                <a:ea typeface="Arial"/>
                <a:cs typeface="Arial"/>
              </a:rPr>
              <a:t>35%</a:t>
            </a:r>
          </a:p>
        </p:txBody>
      </p:sp>
      <p:sp>
        <p:nvSpPr>
          <p:cNvPr id="6" name="text-41">
            <a:extLst xmlns:a="http://schemas.openxmlformats.org/drawingml/2006/main">
              <a:ext uri="{FF2B5EF4-FFF2-40B4-BE49-F238E27FC236}">
                <a16:creationId xmlns:a16="http://schemas.microsoft.com/office/drawing/2014/main" id="{C97F9893-6CFC-4FDE-89E1-87F3E1068BA6}"/>
              </a:ext>
            </a:extLst>
          </p:cNvPr>
          <p:cNvSpPr>
            <a:spLocks xmlns:a="http://schemas.openxmlformats.org/drawingml/2006/main" noGrp="1"/>
          </p:cNvSpPr>
          <p:nvPr/>
        </p:nvSpPr>
        <p:spPr>
          <a:xfrm xmlns:a="http://schemas.openxmlformats.org/drawingml/2006/main">
            <a:off x="2524125" y="20859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B1A17"/>
                </a:solidFill>
                <a:latin typeface="Arial"/>
                <a:ea typeface="Arial"/>
                <a:cs typeface="Arial"/>
              </a:defRPr>
            </a:defPPr>
            <a:lvl1pPr algn="l">
              <a:defRPr sz="2250" b="1">
                <a:solidFill>
                  <a:srgbClr val="1B1A17"/>
                </a:solidFill>
                <a:latin typeface="Arial"/>
                <a:ea typeface="Arial"/>
                <a:cs typeface="Arial"/>
              </a:defRPr>
            </a:lvl1pPr>
            <a:lvl2pPr algn="l">
              <a:defRPr sz="2250" b="1">
                <a:solidFill>
                  <a:srgbClr val="1B1A17"/>
                </a:solidFill>
                <a:latin typeface="Arial"/>
                <a:ea typeface="Arial"/>
                <a:cs typeface="Arial"/>
              </a:defRPr>
            </a:lvl2pPr>
            <a:lvl3pPr algn="l">
              <a:defRPr sz="2250" b="1">
                <a:solidFill>
                  <a:srgbClr val="1B1A17"/>
                </a:solidFill>
                <a:latin typeface="Arial"/>
                <a:ea typeface="Arial"/>
                <a:cs typeface="Arial"/>
              </a:defRPr>
            </a:lvl3pPr>
            <a:lvl4pPr algn="l">
              <a:defRPr sz="2250" b="1">
                <a:solidFill>
                  <a:srgbClr val="1B1A17"/>
                </a:solidFill>
                <a:latin typeface="Arial"/>
                <a:ea typeface="Arial"/>
                <a:cs typeface="Arial"/>
              </a:defRPr>
            </a:lvl4pPr>
            <a:lvl5pPr algn="l">
              <a:defRPr sz="2250" b="1">
                <a:solidFill>
                  <a:srgbClr val="1B1A17"/>
                </a:solidFill>
                <a:latin typeface="Arial"/>
                <a:ea typeface="Arial"/>
                <a:cs typeface="Arial"/>
              </a:defRPr>
            </a:lvl5pPr>
            <a:lvl6pPr algn="l">
              <a:defRPr sz="2250" b="1">
                <a:solidFill>
                  <a:srgbClr val="1B1A17"/>
                </a:solidFill>
                <a:latin typeface="Arial"/>
                <a:ea typeface="Arial"/>
                <a:cs typeface="Arial"/>
              </a:defRPr>
            </a:lvl6pPr>
            <a:lvl7pPr algn="l">
              <a:defRPr sz="2250" b="1">
                <a:solidFill>
                  <a:srgbClr val="1B1A17"/>
                </a:solidFill>
                <a:latin typeface="Arial"/>
                <a:ea typeface="Arial"/>
                <a:cs typeface="Arial"/>
              </a:defRPr>
            </a:lvl7pPr>
            <a:lvl8pPr algn="l">
              <a:defRPr sz="2250" b="1">
                <a:solidFill>
                  <a:srgbClr val="1B1A17"/>
                </a:solidFill>
                <a:latin typeface="Arial"/>
                <a:ea typeface="Arial"/>
                <a:cs typeface="Arial"/>
              </a:defRPr>
            </a:lvl8pPr>
            <a:lvl9pPr algn="l">
              <a:defRPr sz="2250" b="1">
                <a:solidFill>
                  <a:srgbClr val="1B1A17"/>
                </a:solidFill>
                <a:latin typeface="Arial"/>
                <a:ea typeface="Arial"/>
                <a:cs typeface="Arial"/>
              </a:defRPr>
            </a:lvl9pPr>
          </a:lstStyle>
          <a:p xmlns:a="http://schemas.openxmlformats.org/drawingml/2006/main">
            <a:pPr algn="l">
              <a:defRPr sz="2250" b="1">
                <a:solidFill>
                  <a:srgbClr val="1B1A17"/>
                </a:solidFill>
                <a:latin typeface="Arial"/>
                <a:ea typeface="Arial"/>
                <a:cs typeface="Arial"/>
              </a:defRPr>
            </a:pPr>
            <a:r>
              <a:rPr sz="2250" b="1">
                <a:solidFill>
                  <a:srgbClr val="1B1A17"/>
                </a:solidFill>
                <a:latin typeface="Arial"/>
                <a:ea typeface="Arial"/>
                <a:cs typeface="Arial"/>
              </a:rPr>
              <a:t>Demand Momentum</a:t>
            </a:r>
          </a:p>
        </p:txBody>
      </p:sp>
      <p:sp>
        <p:nvSpPr>
          <p:cNvPr id="7" name="text-42">
            <a:extLst xmlns:a="http://schemas.openxmlformats.org/drawingml/2006/main">
              <a:ext uri="{FF2B5EF4-FFF2-40B4-BE49-F238E27FC236}">
                <a16:creationId xmlns:a16="http://schemas.microsoft.com/office/drawing/2014/main" id="{417E47DE-4EC7-40F1-A384-5486FAF1E452}"/>
              </a:ext>
            </a:extLst>
          </p:cNvPr>
          <p:cNvSpPr>
            <a:spLocks xmlns:a="http://schemas.openxmlformats.org/drawingml/2006/main" noGrp="1"/>
          </p:cNvSpPr>
          <p:nvPr/>
        </p:nvSpPr>
        <p:spPr>
          <a:xfrm xmlns:a="http://schemas.openxmlformats.org/drawingml/2006/main">
            <a:off x="2524125" y="2543175"/>
            <a:ext cx="900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645E"/>
                </a:solidFill>
                <a:latin typeface="Arial"/>
                <a:ea typeface="Arial"/>
                <a:cs typeface="Arial"/>
              </a:defRPr>
            </a:defPPr>
            <a:lvl1pPr algn="l">
              <a:defRPr sz="1575" b="0">
                <a:solidFill>
                  <a:srgbClr val="66645E"/>
                </a:solidFill>
                <a:latin typeface="Arial"/>
                <a:ea typeface="Arial"/>
                <a:cs typeface="Arial"/>
              </a:defRPr>
            </a:lvl1pPr>
            <a:lvl2pPr algn="l">
              <a:defRPr sz="1575" b="0">
                <a:solidFill>
                  <a:srgbClr val="66645E"/>
                </a:solidFill>
                <a:latin typeface="Arial"/>
                <a:ea typeface="Arial"/>
                <a:cs typeface="Arial"/>
              </a:defRPr>
            </a:lvl2pPr>
            <a:lvl3pPr algn="l">
              <a:defRPr sz="1575" b="0">
                <a:solidFill>
                  <a:srgbClr val="66645E"/>
                </a:solidFill>
                <a:latin typeface="Arial"/>
                <a:ea typeface="Arial"/>
                <a:cs typeface="Arial"/>
              </a:defRPr>
            </a:lvl3pPr>
            <a:lvl4pPr algn="l">
              <a:defRPr sz="1575" b="0">
                <a:solidFill>
                  <a:srgbClr val="66645E"/>
                </a:solidFill>
                <a:latin typeface="Arial"/>
                <a:ea typeface="Arial"/>
                <a:cs typeface="Arial"/>
              </a:defRPr>
            </a:lvl4pPr>
            <a:lvl5pPr algn="l">
              <a:defRPr sz="1575" b="0">
                <a:solidFill>
                  <a:srgbClr val="66645E"/>
                </a:solidFill>
                <a:latin typeface="Arial"/>
                <a:ea typeface="Arial"/>
                <a:cs typeface="Arial"/>
              </a:defRPr>
            </a:lvl5pPr>
            <a:lvl6pPr algn="l">
              <a:defRPr sz="1575" b="0">
                <a:solidFill>
                  <a:srgbClr val="66645E"/>
                </a:solidFill>
                <a:latin typeface="Arial"/>
                <a:ea typeface="Arial"/>
                <a:cs typeface="Arial"/>
              </a:defRPr>
            </a:lvl6pPr>
            <a:lvl7pPr algn="l">
              <a:defRPr sz="1575" b="0">
                <a:solidFill>
                  <a:srgbClr val="66645E"/>
                </a:solidFill>
                <a:latin typeface="Arial"/>
                <a:ea typeface="Arial"/>
                <a:cs typeface="Arial"/>
              </a:defRPr>
            </a:lvl7pPr>
            <a:lvl8pPr algn="l">
              <a:defRPr sz="1575" b="0">
                <a:solidFill>
                  <a:srgbClr val="66645E"/>
                </a:solidFill>
                <a:latin typeface="Arial"/>
                <a:ea typeface="Arial"/>
                <a:cs typeface="Arial"/>
              </a:defRPr>
            </a:lvl8pPr>
            <a:lvl9pPr algn="l">
              <a:defRPr sz="1575" b="0">
                <a:solidFill>
                  <a:srgbClr val="66645E"/>
                </a:solidFill>
                <a:latin typeface="Arial"/>
                <a:ea typeface="Arial"/>
                <a:cs typeface="Arial"/>
              </a:defRPr>
            </a:lvl9pPr>
          </a:lstStyle>
          <a:p xmlns:a="http://schemas.openxmlformats.org/drawingml/2006/main">
            <a:pPr algn="l">
              <a:defRPr sz="1575" b="0">
                <a:solidFill>
                  <a:srgbClr val="66645E"/>
                </a:solidFill>
                <a:latin typeface="Arial"/>
                <a:ea typeface="Arial"/>
                <a:cs typeface="Arial"/>
              </a:defRPr>
            </a:pPr>
            <a:r>
              <a:rPr sz="1575" b="0">
                <a:solidFill>
                  <a:srgbClr val="66645E"/>
                </a:solidFill>
                <a:latin typeface="Arial"/>
                <a:ea typeface="Arial"/>
                <a:cs typeface="Arial"/>
              </a:rPr>
              <a:t>FAA forecast growth (60%) and observed enplanement growth (40%)</a:t>
            </a:r>
          </a:p>
        </p:txBody>
      </p:sp>
      <p:sp>
        <p:nvSpPr>
          <p:cNvPr id="8" name="text-43">
            <a:extLst xmlns:a="http://schemas.openxmlformats.org/drawingml/2006/main">
              <a:ext uri="{FF2B5EF4-FFF2-40B4-BE49-F238E27FC236}">
                <a16:creationId xmlns:a16="http://schemas.microsoft.com/office/drawing/2014/main" id="{5F01E2CD-4F47-442B-8B58-AD9DE253ADCB}"/>
              </a:ext>
            </a:extLst>
          </p:cNvPr>
          <p:cNvSpPr>
            <a:spLocks xmlns:a="http://schemas.openxmlformats.org/drawingml/2006/main" noGrp="1"/>
          </p:cNvSpPr>
          <p:nvPr/>
        </p:nvSpPr>
        <p:spPr>
          <a:xfrm xmlns:a="http://schemas.openxmlformats.org/drawingml/2006/main">
            <a:off x="609600" y="3067050"/>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A96C4C"/>
                </a:solidFill>
                <a:latin typeface="Arial"/>
                <a:ea typeface="Arial"/>
                <a:cs typeface="Arial"/>
              </a:defRPr>
            </a:defPPr>
            <a:lvl1pPr algn="l">
              <a:defRPr sz="3825" b="1">
                <a:solidFill>
                  <a:srgbClr val="A96C4C"/>
                </a:solidFill>
                <a:latin typeface="Arial"/>
                <a:ea typeface="Arial"/>
                <a:cs typeface="Arial"/>
              </a:defRPr>
            </a:lvl1pPr>
            <a:lvl2pPr algn="l">
              <a:defRPr sz="3825" b="1">
                <a:solidFill>
                  <a:srgbClr val="A96C4C"/>
                </a:solidFill>
                <a:latin typeface="Arial"/>
                <a:ea typeface="Arial"/>
                <a:cs typeface="Arial"/>
              </a:defRPr>
            </a:lvl2pPr>
            <a:lvl3pPr algn="l">
              <a:defRPr sz="3825" b="1">
                <a:solidFill>
                  <a:srgbClr val="A96C4C"/>
                </a:solidFill>
                <a:latin typeface="Arial"/>
                <a:ea typeface="Arial"/>
                <a:cs typeface="Arial"/>
              </a:defRPr>
            </a:lvl3pPr>
            <a:lvl4pPr algn="l">
              <a:defRPr sz="3825" b="1">
                <a:solidFill>
                  <a:srgbClr val="A96C4C"/>
                </a:solidFill>
                <a:latin typeface="Arial"/>
                <a:ea typeface="Arial"/>
                <a:cs typeface="Arial"/>
              </a:defRPr>
            </a:lvl4pPr>
            <a:lvl5pPr algn="l">
              <a:defRPr sz="3825" b="1">
                <a:solidFill>
                  <a:srgbClr val="A96C4C"/>
                </a:solidFill>
                <a:latin typeface="Arial"/>
                <a:ea typeface="Arial"/>
                <a:cs typeface="Arial"/>
              </a:defRPr>
            </a:lvl5pPr>
            <a:lvl6pPr algn="l">
              <a:defRPr sz="3825" b="1">
                <a:solidFill>
                  <a:srgbClr val="A96C4C"/>
                </a:solidFill>
                <a:latin typeface="Arial"/>
                <a:ea typeface="Arial"/>
                <a:cs typeface="Arial"/>
              </a:defRPr>
            </a:lvl6pPr>
            <a:lvl7pPr algn="l">
              <a:defRPr sz="3825" b="1">
                <a:solidFill>
                  <a:srgbClr val="A96C4C"/>
                </a:solidFill>
                <a:latin typeface="Arial"/>
                <a:ea typeface="Arial"/>
                <a:cs typeface="Arial"/>
              </a:defRPr>
            </a:lvl7pPr>
            <a:lvl8pPr algn="l">
              <a:defRPr sz="3825" b="1">
                <a:solidFill>
                  <a:srgbClr val="A96C4C"/>
                </a:solidFill>
                <a:latin typeface="Arial"/>
                <a:ea typeface="Arial"/>
                <a:cs typeface="Arial"/>
              </a:defRPr>
            </a:lvl8pPr>
            <a:lvl9pPr algn="l">
              <a:defRPr sz="3825" b="1">
                <a:solidFill>
                  <a:srgbClr val="A96C4C"/>
                </a:solidFill>
                <a:latin typeface="Arial"/>
                <a:ea typeface="Arial"/>
                <a:cs typeface="Arial"/>
              </a:defRPr>
            </a:lvl9pPr>
          </a:lstStyle>
          <a:p xmlns:a="http://schemas.openxmlformats.org/drawingml/2006/main">
            <a:pPr algn="l">
              <a:defRPr sz="3825" b="1">
                <a:solidFill>
                  <a:srgbClr val="A96C4C"/>
                </a:solidFill>
                <a:latin typeface="Arial"/>
                <a:ea typeface="Arial"/>
                <a:cs typeface="Arial"/>
              </a:defRPr>
            </a:pPr>
            <a:r>
              <a:rPr sz="3825" b="1">
                <a:solidFill>
                  <a:srgbClr val="A96C4C"/>
                </a:solidFill>
                <a:latin typeface="Arial"/>
                <a:ea typeface="Arial"/>
                <a:cs typeface="Arial"/>
              </a:rPr>
              <a:t>40%</a:t>
            </a:r>
          </a:p>
        </p:txBody>
      </p:sp>
      <p:sp>
        <p:nvSpPr>
          <p:cNvPr id="9" name="text-44">
            <a:extLst xmlns:a="http://schemas.openxmlformats.org/drawingml/2006/main">
              <a:ext uri="{FF2B5EF4-FFF2-40B4-BE49-F238E27FC236}">
                <a16:creationId xmlns:a16="http://schemas.microsoft.com/office/drawing/2014/main" id="{F572271D-7917-4DB0-BDEB-3A924F2F7336}"/>
              </a:ext>
            </a:extLst>
          </p:cNvPr>
          <p:cNvSpPr>
            <a:spLocks xmlns:a="http://schemas.openxmlformats.org/drawingml/2006/main" noGrp="1"/>
          </p:cNvSpPr>
          <p:nvPr/>
        </p:nvSpPr>
        <p:spPr>
          <a:xfrm xmlns:a="http://schemas.openxmlformats.org/drawingml/2006/main">
            <a:off x="2524125" y="30765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B1A17"/>
                </a:solidFill>
                <a:latin typeface="Arial"/>
                <a:ea typeface="Arial"/>
                <a:cs typeface="Arial"/>
              </a:defRPr>
            </a:defPPr>
            <a:lvl1pPr algn="l">
              <a:defRPr sz="2250" b="1">
                <a:solidFill>
                  <a:srgbClr val="1B1A17"/>
                </a:solidFill>
                <a:latin typeface="Arial"/>
                <a:ea typeface="Arial"/>
                <a:cs typeface="Arial"/>
              </a:defRPr>
            </a:lvl1pPr>
            <a:lvl2pPr algn="l">
              <a:defRPr sz="2250" b="1">
                <a:solidFill>
                  <a:srgbClr val="1B1A17"/>
                </a:solidFill>
                <a:latin typeface="Arial"/>
                <a:ea typeface="Arial"/>
                <a:cs typeface="Arial"/>
              </a:defRPr>
            </a:lvl2pPr>
            <a:lvl3pPr algn="l">
              <a:defRPr sz="2250" b="1">
                <a:solidFill>
                  <a:srgbClr val="1B1A17"/>
                </a:solidFill>
                <a:latin typeface="Arial"/>
                <a:ea typeface="Arial"/>
                <a:cs typeface="Arial"/>
              </a:defRPr>
            </a:lvl3pPr>
            <a:lvl4pPr algn="l">
              <a:defRPr sz="2250" b="1">
                <a:solidFill>
                  <a:srgbClr val="1B1A17"/>
                </a:solidFill>
                <a:latin typeface="Arial"/>
                <a:ea typeface="Arial"/>
                <a:cs typeface="Arial"/>
              </a:defRPr>
            </a:lvl4pPr>
            <a:lvl5pPr algn="l">
              <a:defRPr sz="2250" b="1">
                <a:solidFill>
                  <a:srgbClr val="1B1A17"/>
                </a:solidFill>
                <a:latin typeface="Arial"/>
                <a:ea typeface="Arial"/>
                <a:cs typeface="Arial"/>
              </a:defRPr>
            </a:lvl5pPr>
            <a:lvl6pPr algn="l">
              <a:defRPr sz="2250" b="1">
                <a:solidFill>
                  <a:srgbClr val="1B1A17"/>
                </a:solidFill>
                <a:latin typeface="Arial"/>
                <a:ea typeface="Arial"/>
                <a:cs typeface="Arial"/>
              </a:defRPr>
            </a:lvl6pPr>
            <a:lvl7pPr algn="l">
              <a:defRPr sz="2250" b="1">
                <a:solidFill>
                  <a:srgbClr val="1B1A17"/>
                </a:solidFill>
                <a:latin typeface="Arial"/>
                <a:ea typeface="Arial"/>
                <a:cs typeface="Arial"/>
              </a:defRPr>
            </a:lvl7pPr>
            <a:lvl8pPr algn="l">
              <a:defRPr sz="2250" b="1">
                <a:solidFill>
                  <a:srgbClr val="1B1A17"/>
                </a:solidFill>
                <a:latin typeface="Arial"/>
                <a:ea typeface="Arial"/>
                <a:cs typeface="Arial"/>
              </a:defRPr>
            </a:lvl8pPr>
            <a:lvl9pPr algn="l">
              <a:defRPr sz="2250" b="1">
                <a:solidFill>
                  <a:srgbClr val="1B1A17"/>
                </a:solidFill>
                <a:latin typeface="Arial"/>
                <a:ea typeface="Arial"/>
                <a:cs typeface="Arial"/>
              </a:defRPr>
            </a:lvl9pPr>
          </a:lstStyle>
          <a:p xmlns:a="http://schemas.openxmlformats.org/drawingml/2006/main">
            <a:pPr algn="l">
              <a:defRPr sz="2250" b="1">
                <a:solidFill>
                  <a:srgbClr val="1B1A17"/>
                </a:solidFill>
                <a:latin typeface="Arial"/>
                <a:ea typeface="Arial"/>
                <a:cs typeface="Arial"/>
              </a:defRPr>
            </a:pPr>
            <a:r>
              <a:rPr sz="2250" b="1">
                <a:solidFill>
                  <a:srgbClr val="1B1A17"/>
                </a:solidFill>
                <a:latin typeface="Arial"/>
                <a:ea typeface="Arial"/>
                <a:cs typeface="Arial"/>
              </a:rPr>
              <a:t>Capacity Pressure</a:t>
            </a:r>
          </a:p>
        </p:txBody>
      </p:sp>
      <p:sp>
        <p:nvSpPr>
          <p:cNvPr id="10" name="text-45">
            <a:extLst xmlns:a="http://schemas.openxmlformats.org/drawingml/2006/main">
              <a:ext uri="{FF2B5EF4-FFF2-40B4-BE49-F238E27FC236}">
                <a16:creationId xmlns:a16="http://schemas.microsoft.com/office/drawing/2014/main" id="{1F5FB573-B70A-4909-9532-1EC2BCC9F3CC}"/>
              </a:ext>
            </a:extLst>
          </p:cNvPr>
          <p:cNvSpPr>
            <a:spLocks xmlns:a="http://schemas.openxmlformats.org/drawingml/2006/main" noGrp="1"/>
          </p:cNvSpPr>
          <p:nvPr/>
        </p:nvSpPr>
        <p:spPr>
          <a:xfrm xmlns:a="http://schemas.openxmlformats.org/drawingml/2006/main">
            <a:off x="2524125" y="3533775"/>
            <a:ext cx="900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645E"/>
                </a:solidFill>
                <a:latin typeface="Arial"/>
                <a:ea typeface="Arial"/>
                <a:cs typeface="Arial"/>
              </a:defRPr>
            </a:defPPr>
            <a:lvl1pPr algn="l">
              <a:defRPr sz="1575" b="0">
                <a:solidFill>
                  <a:srgbClr val="66645E"/>
                </a:solidFill>
                <a:latin typeface="Arial"/>
                <a:ea typeface="Arial"/>
                <a:cs typeface="Arial"/>
              </a:defRPr>
            </a:lvl1pPr>
            <a:lvl2pPr algn="l">
              <a:defRPr sz="1575" b="0">
                <a:solidFill>
                  <a:srgbClr val="66645E"/>
                </a:solidFill>
                <a:latin typeface="Arial"/>
                <a:ea typeface="Arial"/>
                <a:cs typeface="Arial"/>
              </a:defRPr>
            </a:lvl2pPr>
            <a:lvl3pPr algn="l">
              <a:defRPr sz="1575" b="0">
                <a:solidFill>
                  <a:srgbClr val="66645E"/>
                </a:solidFill>
                <a:latin typeface="Arial"/>
                <a:ea typeface="Arial"/>
                <a:cs typeface="Arial"/>
              </a:defRPr>
            </a:lvl3pPr>
            <a:lvl4pPr algn="l">
              <a:defRPr sz="1575" b="0">
                <a:solidFill>
                  <a:srgbClr val="66645E"/>
                </a:solidFill>
                <a:latin typeface="Arial"/>
                <a:ea typeface="Arial"/>
                <a:cs typeface="Arial"/>
              </a:defRPr>
            </a:lvl4pPr>
            <a:lvl5pPr algn="l">
              <a:defRPr sz="1575" b="0">
                <a:solidFill>
                  <a:srgbClr val="66645E"/>
                </a:solidFill>
                <a:latin typeface="Arial"/>
                <a:ea typeface="Arial"/>
                <a:cs typeface="Arial"/>
              </a:defRPr>
            </a:lvl5pPr>
            <a:lvl6pPr algn="l">
              <a:defRPr sz="1575" b="0">
                <a:solidFill>
                  <a:srgbClr val="66645E"/>
                </a:solidFill>
                <a:latin typeface="Arial"/>
                <a:ea typeface="Arial"/>
                <a:cs typeface="Arial"/>
              </a:defRPr>
            </a:lvl6pPr>
            <a:lvl7pPr algn="l">
              <a:defRPr sz="1575" b="0">
                <a:solidFill>
                  <a:srgbClr val="66645E"/>
                </a:solidFill>
                <a:latin typeface="Arial"/>
                <a:ea typeface="Arial"/>
                <a:cs typeface="Arial"/>
              </a:defRPr>
            </a:lvl7pPr>
            <a:lvl8pPr algn="l">
              <a:defRPr sz="1575" b="0">
                <a:solidFill>
                  <a:srgbClr val="66645E"/>
                </a:solidFill>
                <a:latin typeface="Arial"/>
                <a:ea typeface="Arial"/>
                <a:cs typeface="Arial"/>
              </a:defRPr>
            </a:lvl8pPr>
            <a:lvl9pPr algn="l">
              <a:defRPr sz="1575" b="0">
                <a:solidFill>
                  <a:srgbClr val="66645E"/>
                </a:solidFill>
                <a:latin typeface="Arial"/>
                <a:ea typeface="Arial"/>
                <a:cs typeface="Arial"/>
              </a:defRPr>
            </a:lvl9pPr>
          </a:lstStyle>
          <a:p xmlns:a="http://schemas.openxmlformats.org/drawingml/2006/main">
            <a:pPr algn="l">
              <a:defRPr sz="1575" b="0">
                <a:solidFill>
                  <a:srgbClr val="66645E"/>
                </a:solidFill>
                <a:latin typeface="Arial"/>
                <a:ea typeface="Arial"/>
                <a:cs typeface="Arial"/>
              </a:defRPr>
            </a:pPr>
            <a:r>
              <a:rPr sz="1575" b="0">
                <a:solidFill>
                  <a:srgbClr val="66645E"/>
                </a:solidFill>
                <a:latin typeface="Arial"/>
                <a:ea typeface="Arial"/>
                <a:cs typeface="Arial"/>
              </a:rPr>
              <a:t>Passenger load factor (40%), departure delays (30%) and taxi-out (30%)</a:t>
            </a:r>
          </a:p>
        </p:txBody>
      </p:sp>
      <p:sp>
        <p:nvSpPr>
          <p:cNvPr id="11" name="text-46">
            <a:extLst xmlns:a="http://schemas.openxmlformats.org/drawingml/2006/main">
              <a:ext uri="{FF2B5EF4-FFF2-40B4-BE49-F238E27FC236}">
                <a16:creationId xmlns:a16="http://schemas.microsoft.com/office/drawing/2014/main" id="{F305C176-DC5F-4768-83EF-A07C9D906E9D}"/>
              </a:ext>
            </a:extLst>
          </p:cNvPr>
          <p:cNvSpPr>
            <a:spLocks xmlns:a="http://schemas.openxmlformats.org/drawingml/2006/main" noGrp="1"/>
          </p:cNvSpPr>
          <p:nvPr/>
        </p:nvSpPr>
        <p:spPr>
          <a:xfrm xmlns:a="http://schemas.openxmlformats.org/drawingml/2006/main">
            <a:off x="609600" y="4057650"/>
            <a:ext cx="1762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825" b="1">
                <a:solidFill>
                  <a:srgbClr val="5C8A6E"/>
                </a:solidFill>
                <a:latin typeface="Arial"/>
                <a:ea typeface="Arial"/>
                <a:cs typeface="Arial"/>
              </a:defRPr>
            </a:defPPr>
            <a:lvl1pPr algn="l">
              <a:defRPr sz="3825" b="1">
                <a:solidFill>
                  <a:srgbClr val="5C8A6E"/>
                </a:solidFill>
                <a:latin typeface="Arial"/>
                <a:ea typeface="Arial"/>
                <a:cs typeface="Arial"/>
              </a:defRPr>
            </a:lvl1pPr>
            <a:lvl2pPr algn="l">
              <a:defRPr sz="3825" b="1">
                <a:solidFill>
                  <a:srgbClr val="5C8A6E"/>
                </a:solidFill>
                <a:latin typeface="Arial"/>
                <a:ea typeface="Arial"/>
                <a:cs typeface="Arial"/>
              </a:defRPr>
            </a:lvl2pPr>
            <a:lvl3pPr algn="l">
              <a:defRPr sz="3825" b="1">
                <a:solidFill>
                  <a:srgbClr val="5C8A6E"/>
                </a:solidFill>
                <a:latin typeface="Arial"/>
                <a:ea typeface="Arial"/>
                <a:cs typeface="Arial"/>
              </a:defRPr>
            </a:lvl3pPr>
            <a:lvl4pPr algn="l">
              <a:defRPr sz="3825" b="1">
                <a:solidFill>
                  <a:srgbClr val="5C8A6E"/>
                </a:solidFill>
                <a:latin typeface="Arial"/>
                <a:ea typeface="Arial"/>
                <a:cs typeface="Arial"/>
              </a:defRPr>
            </a:lvl4pPr>
            <a:lvl5pPr algn="l">
              <a:defRPr sz="3825" b="1">
                <a:solidFill>
                  <a:srgbClr val="5C8A6E"/>
                </a:solidFill>
                <a:latin typeface="Arial"/>
                <a:ea typeface="Arial"/>
                <a:cs typeface="Arial"/>
              </a:defRPr>
            </a:lvl5pPr>
            <a:lvl6pPr algn="l">
              <a:defRPr sz="3825" b="1">
                <a:solidFill>
                  <a:srgbClr val="5C8A6E"/>
                </a:solidFill>
                <a:latin typeface="Arial"/>
                <a:ea typeface="Arial"/>
                <a:cs typeface="Arial"/>
              </a:defRPr>
            </a:lvl6pPr>
            <a:lvl7pPr algn="l">
              <a:defRPr sz="3825" b="1">
                <a:solidFill>
                  <a:srgbClr val="5C8A6E"/>
                </a:solidFill>
                <a:latin typeface="Arial"/>
                <a:ea typeface="Arial"/>
                <a:cs typeface="Arial"/>
              </a:defRPr>
            </a:lvl7pPr>
            <a:lvl8pPr algn="l">
              <a:defRPr sz="3825" b="1">
                <a:solidFill>
                  <a:srgbClr val="5C8A6E"/>
                </a:solidFill>
                <a:latin typeface="Arial"/>
                <a:ea typeface="Arial"/>
                <a:cs typeface="Arial"/>
              </a:defRPr>
            </a:lvl8pPr>
            <a:lvl9pPr algn="l">
              <a:defRPr sz="3825" b="1">
                <a:solidFill>
                  <a:srgbClr val="5C8A6E"/>
                </a:solidFill>
                <a:latin typeface="Arial"/>
                <a:ea typeface="Arial"/>
                <a:cs typeface="Arial"/>
              </a:defRPr>
            </a:lvl9pPr>
          </a:lstStyle>
          <a:p xmlns:a="http://schemas.openxmlformats.org/drawingml/2006/main">
            <a:pPr algn="l">
              <a:defRPr sz="3825" b="1">
                <a:solidFill>
                  <a:srgbClr val="5C8A6E"/>
                </a:solidFill>
                <a:latin typeface="Arial"/>
                <a:ea typeface="Arial"/>
                <a:cs typeface="Arial"/>
              </a:defRPr>
            </a:pPr>
            <a:r>
              <a:rPr sz="3825" b="1">
                <a:solidFill>
                  <a:srgbClr val="5C8A6E"/>
                </a:solidFill>
                <a:latin typeface="Arial"/>
                <a:ea typeface="Arial"/>
                <a:cs typeface="Arial"/>
              </a:rPr>
              <a:t>25%</a:t>
            </a:r>
          </a:p>
        </p:txBody>
      </p:sp>
      <p:sp>
        <p:nvSpPr>
          <p:cNvPr id="12" name="text-47">
            <a:extLst xmlns:a="http://schemas.openxmlformats.org/drawingml/2006/main">
              <a:ext uri="{FF2B5EF4-FFF2-40B4-BE49-F238E27FC236}">
                <a16:creationId xmlns:a16="http://schemas.microsoft.com/office/drawing/2014/main" id="{D1421804-DD24-45FF-AC55-CFD0A1567358}"/>
              </a:ext>
            </a:extLst>
          </p:cNvPr>
          <p:cNvSpPr>
            <a:spLocks xmlns:a="http://schemas.openxmlformats.org/drawingml/2006/main" noGrp="1"/>
          </p:cNvSpPr>
          <p:nvPr/>
        </p:nvSpPr>
        <p:spPr>
          <a:xfrm xmlns:a="http://schemas.openxmlformats.org/drawingml/2006/main">
            <a:off x="2524125" y="40671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B1A17"/>
                </a:solidFill>
                <a:latin typeface="Arial"/>
                <a:ea typeface="Arial"/>
                <a:cs typeface="Arial"/>
              </a:defRPr>
            </a:defPPr>
            <a:lvl1pPr algn="l">
              <a:defRPr sz="2250" b="1">
                <a:solidFill>
                  <a:srgbClr val="1B1A17"/>
                </a:solidFill>
                <a:latin typeface="Arial"/>
                <a:ea typeface="Arial"/>
                <a:cs typeface="Arial"/>
              </a:defRPr>
            </a:lvl1pPr>
            <a:lvl2pPr algn="l">
              <a:defRPr sz="2250" b="1">
                <a:solidFill>
                  <a:srgbClr val="1B1A17"/>
                </a:solidFill>
                <a:latin typeface="Arial"/>
                <a:ea typeface="Arial"/>
                <a:cs typeface="Arial"/>
              </a:defRPr>
            </a:lvl2pPr>
            <a:lvl3pPr algn="l">
              <a:defRPr sz="2250" b="1">
                <a:solidFill>
                  <a:srgbClr val="1B1A17"/>
                </a:solidFill>
                <a:latin typeface="Arial"/>
                <a:ea typeface="Arial"/>
                <a:cs typeface="Arial"/>
              </a:defRPr>
            </a:lvl3pPr>
            <a:lvl4pPr algn="l">
              <a:defRPr sz="2250" b="1">
                <a:solidFill>
                  <a:srgbClr val="1B1A17"/>
                </a:solidFill>
                <a:latin typeface="Arial"/>
                <a:ea typeface="Arial"/>
                <a:cs typeface="Arial"/>
              </a:defRPr>
            </a:lvl4pPr>
            <a:lvl5pPr algn="l">
              <a:defRPr sz="2250" b="1">
                <a:solidFill>
                  <a:srgbClr val="1B1A17"/>
                </a:solidFill>
                <a:latin typeface="Arial"/>
                <a:ea typeface="Arial"/>
                <a:cs typeface="Arial"/>
              </a:defRPr>
            </a:lvl5pPr>
            <a:lvl6pPr algn="l">
              <a:defRPr sz="2250" b="1">
                <a:solidFill>
                  <a:srgbClr val="1B1A17"/>
                </a:solidFill>
                <a:latin typeface="Arial"/>
                <a:ea typeface="Arial"/>
                <a:cs typeface="Arial"/>
              </a:defRPr>
            </a:lvl6pPr>
            <a:lvl7pPr algn="l">
              <a:defRPr sz="2250" b="1">
                <a:solidFill>
                  <a:srgbClr val="1B1A17"/>
                </a:solidFill>
                <a:latin typeface="Arial"/>
                <a:ea typeface="Arial"/>
                <a:cs typeface="Arial"/>
              </a:defRPr>
            </a:lvl7pPr>
            <a:lvl8pPr algn="l">
              <a:defRPr sz="2250" b="1">
                <a:solidFill>
                  <a:srgbClr val="1B1A17"/>
                </a:solidFill>
                <a:latin typeface="Arial"/>
                <a:ea typeface="Arial"/>
                <a:cs typeface="Arial"/>
              </a:defRPr>
            </a:lvl8pPr>
            <a:lvl9pPr algn="l">
              <a:defRPr sz="2250" b="1">
                <a:solidFill>
                  <a:srgbClr val="1B1A17"/>
                </a:solidFill>
                <a:latin typeface="Arial"/>
                <a:ea typeface="Arial"/>
                <a:cs typeface="Arial"/>
              </a:defRPr>
            </a:lvl9pPr>
          </a:lstStyle>
          <a:p xmlns:a="http://schemas.openxmlformats.org/drawingml/2006/main">
            <a:pPr algn="l">
              <a:defRPr sz="2250" b="1">
                <a:solidFill>
                  <a:srgbClr val="1B1A17"/>
                </a:solidFill>
                <a:latin typeface="Arial"/>
                <a:ea typeface="Arial"/>
                <a:cs typeface="Arial"/>
              </a:defRPr>
            </a:pPr>
            <a:r>
              <a:rPr sz="2250" b="1">
                <a:solidFill>
                  <a:srgbClr val="1B1A17"/>
                </a:solidFill>
                <a:latin typeface="Arial"/>
                <a:ea typeface="Arial"/>
                <a:cs typeface="Arial"/>
              </a:rPr>
              <a:t>Market Scale</a:t>
            </a:r>
          </a:p>
        </p:txBody>
      </p:sp>
      <p:sp>
        <p:nvSpPr>
          <p:cNvPr id="13" name="text-48">
            <a:extLst xmlns:a="http://schemas.openxmlformats.org/drawingml/2006/main">
              <a:ext uri="{FF2B5EF4-FFF2-40B4-BE49-F238E27FC236}">
                <a16:creationId xmlns:a16="http://schemas.microsoft.com/office/drawing/2014/main" id="{CF2F68BA-ADFC-4AC0-A247-3CC4D5B01EE4}"/>
              </a:ext>
            </a:extLst>
          </p:cNvPr>
          <p:cNvSpPr>
            <a:spLocks xmlns:a="http://schemas.openxmlformats.org/drawingml/2006/main" noGrp="1"/>
          </p:cNvSpPr>
          <p:nvPr/>
        </p:nvSpPr>
        <p:spPr>
          <a:xfrm xmlns:a="http://schemas.openxmlformats.org/drawingml/2006/main">
            <a:off x="2524125" y="4524375"/>
            <a:ext cx="900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645E"/>
                </a:solidFill>
                <a:latin typeface="Arial"/>
                <a:ea typeface="Arial"/>
                <a:cs typeface="Arial"/>
              </a:defRPr>
            </a:defPPr>
            <a:lvl1pPr algn="l">
              <a:defRPr sz="1575" b="0">
                <a:solidFill>
                  <a:srgbClr val="66645E"/>
                </a:solidFill>
                <a:latin typeface="Arial"/>
                <a:ea typeface="Arial"/>
                <a:cs typeface="Arial"/>
              </a:defRPr>
            </a:lvl1pPr>
            <a:lvl2pPr algn="l">
              <a:defRPr sz="1575" b="0">
                <a:solidFill>
                  <a:srgbClr val="66645E"/>
                </a:solidFill>
                <a:latin typeface="Arial"/>
                <a:ea typeface="Arial"/>
                <a:cs typeface="Arial"/>
              </a:defRPr>
            </a:lvl2pPr>
            <a:lvl3pPr algn="l">
              <a:defRPr sz="1575" b="0">
                <a:solidFill>
                  <a:srgbClr val="66645E"/>
                </a:solidFill>
                <a:latin typeface="Arial"/>
                <a:ea typeface="Arial"/>
                <a:cs typeface="Arial"/>
              </a:defRPr>
            </a:lvl3pPr>
            <a:lvl4pPr algn="l">
              <a:defRPr sz="1575" b="0">
                <a:solidFill>
                  <a:srgbClr val="66645E"/>
                </a:solidFill>
                <a:latin typeface="Arial"/>
                <a:ea typeface="Arial"/>
                <a:cs typeface="Arial"/>
              </a:defRPr>
            </a:lvl4pPr>
            <a:lvl5pPr algn="l">
              <a:defRPr sz="1575" b="0">
                <a:solidFill>
                  <a:srgbClr val="66645E"/>
                </a:solidFill>
                <a:latin typeface="Arial"/>
                <a:ea typeface="Arial"/>
                <a:cs typeface="Arial"/>
              </a:defRPr>
            </a:lvl5pPr>
            <a:lvl6pPr algn="l">
              <a:defRPr sz="1575" b="0">
                <a:solidFill>
                  <a:srgbClr val="66645E"/>
                </a:solidFill>
                <a:latin typeface="Arial"/>
                <a:ea typeface="Arial"/>
                <a:cs typeface="Arial"/>
              </a:defRPr>
            </a:lvl6pPr>
            <a:lvl7pPr algn="l">
              <a:defRPr sz="1575" b="0">
                <a:solidFill>
                  <a:srgbClr val="66645E"/>
                </a:solidFill>
                <a:latin typeface="Arial"/>
                <a:ea typeface="Arial"/>
                <a:cs typeface="Arial"/>
              </a:defRPr>
            </a:lvl7pPr>
            <a:lvl8pPr algn="l">
              <a:defRPr sz="1575" b="0">
                <a:solidFill>
                  <a:srgbClr val="66645E"/>
                </a:solidFill>
                <a:latin typeface="Arial"/>
                <a:ea typeface="Arial"/>
                <a:cs typeface="Arial"/>
              </a:defRPr>
            </a:lvl8pPr>
            <a:lvl9pPr algn="l">
              <a:defRPr sz="1575" b="0">
                <a:solidFill>
                  <a:srgbClr val="66645E"/>
                </a:solidFill>
                <a:latin typeface="Arial"/>
                <a:ea typeface="Arial"/>
                <a:cs typeface="Arial"/>
              </a:defRPr>
            </a:lvl9pPr>
          </a:lstStyle>
          <a:p xmlns:a="http://schemas.openxmlformats.org/drawingml/2006/main">
            <a:pPr algn="l">
              <a:defRPr sz="1575" b="0">
                <a:solidFill>
                  <a:srgbClr val="66645E"/>
                </a:solidFill>
                <a:latin typeface="Arial"/>
                <a:ea typeface="Arial"/>
                <a:cs typeface="Arial"/>
              </a:defRPr>
            </a:pPr>
            <a:r>
              <a:rPr sz="1575" b="0">
                <a:solidFill>
                  <a:srgbClr val="66645E"/>
                </a:solidFill>
                <a:latin typeface="Arial"/>
                <a:ea typeface="Arial"/>
                <a:cs typeface="Arial"/>
              </a:rPr>
              <a:t>Annual enplanements (70%) and metro-area population (30%)</a:t>
            </a:r>
          </a:p>
        </p:txBody>
      </p:sp>
      <p:sp>
        <p:nvSpPr>
          <p:cNvPr id="14" name="divider-49">
            <a:extLst xmlns:a="http://schemas.openxmlformats.org/drawingml/2006/main">
              <a:ext uri="{FF2B5EF4-FFF2-40B4-BE49-F238E27FC236}">
                <a16:creationId xmlns:a16="http://schemas.microsoft.com/office/drawing/2014/main" id="{CA5235D1-28E8-4327-B814-8D5A5F6829BF}"/>
              </a:ext>
            </a:extLst>
          </p:cNvPr>
          <p:cNvSpPr>
            <a:spLocks xmlns:a="http://schemas.openxmlformats.org/drawingml/2006/main" noGrp="1"/>
          </p:cNvSpPr>
          <p:nvPr/>
        </p:nvSpPr>
        <p:spPr>
          <a:xfrm xmlns:a="http://schemas.openxmlformats.org/drawingml/2006/main">
            <a:off x="609600" y="5019675"/>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sp>
      <p:sp>
        <p:nvSpPr>
          <p:cNvPr id="15" name="text-50">
            <a:extLst xmlns:a="http://schemas.openxmlformats.org/drawingml/2006/main">
              <a:ext uri="{FF2B5EF4-FFF2-40B4-BE49-F238E27FC236}">
                <a16:creationId xmlns:a16="http://schemas.microsoft.com/office/drawing/2014/main" id="{3DCDE3FC-78B1-48FE-A25F-C13A375A8DB9}"/>
              </a:ext>
            </a:extLst>
          </p:cNvPr>
          <p:cNvSpPr>
            <a:spLocks xmlns:a="http://schemas.openxmlformats.org/drawingml/2006/main" noGrp="1"/>
          </p:cNvSpPr>
          <p:nvPr/>
        </p:nvSpPr>
        <p:spPr>
          <a:xfrm xmlns:a="http://schemas.openxmlformats.org/drawingml/2006/main">
            <a:off x="609600" y="52292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B1A17"/>
                </a:solidFill>
                <a:latin typeface="Arial"/>
                <a:ea typeface="Arial"/>
                <a:cs typeface="Arial"/>
              </a:defRPr>
            </a:defPPr>
            <a:lvl1pPr algn="l">
              <a:defRPr sz="1875" b="1">
                <a:solidFill>
                  <a:srgbClr val="1B1A17"/>
                </a:solidFill>
                <a:latin typeface="Arial"/>
                <a:ea typeface="Arial"/>
                <a:cs typeface="Arial"/>
              </a:defRPr>
            </a:lvl1pPr>
            <a:lvl2pPr algn="l">
              <a:defRPr sz="1875" b="1">
                <a:solidFill>
                  <a:srgbClr val="1B1A17"/>
                </a:solidFill>
                <a:latin typeface="Arial"/>
                <a:ea typeface="Arial"/>
                <a:cs typeface="Arial"/>
              </a:defRPr>
            </a:lvl2pPr>
            <a:lvl3pPr algn="l">
              <a:defRPr sz="1875" b="1">
                <a:solidFill>
                  <a:srgbClr val="1B1A17"/>
                </a:solidFill>
                <a:latin typeface="Arial"/>
                <a:ea typeface="Arial"/>
                <a:cs typeface="Arial"/>
              </a:defRPr>
            </a:lvl3pPr>
            <a:lvl4pPr algn="l">
              <a:defRPr sz="1875" b="1">
                <a:solidFill>
                  <a:srgbClr val="1B1A17"/>
                </a:solidFill>
                <a:latin typeface="Arial"/>
                <a:ea typeface="Arial"/>
                <a:cs typeface="Arial"/>
              </a:defRPr>
            </a:lvl4pPr>
            <a:lvl5pPr algn="l">
              <a:defRPr sz="1875" b="1">
                <a:solidFill>
                  <a:srgbClr val="1B1A17"/>
                </a:solidFill>
                <a:latin typeface="Arial"/>
                <a:ea typeface="Arial"/>
                <a:cs typeface="Arial"/>
              </a:defRPr>
            </a:lvl5pPr>
            <a:lvl6pPr algn="l">
              <a:defRPr sz="1875" b="1">
                <a:solidFill>
                  <a:srgbClr val="1B1A17"/>
                </a:solidFill>
                <a:latin typeface="Arial"/>
                <a:ea typeface="Arial"/>
                <a:cs typeface="Arial"/>
              </a:defRPr>
            </a:lvl6pPr>
            <a:lvl7pPr algn="l">
              <a:defRPr sz="1875" b="1">
                <a:solidFill>
                  <a:srgbClr val="1B1A17"/>
                </a:solidFill>
                <a:latin typeface="Arial"/>
                <a:ea typeface="Arial"/>
                <a:cs typeface="Arial"/>
              </a:defRPr>
            </a:lvl7pPr>
            <a:lvl8pPr algn="l">
              <a:defRPr sz="1875" b="1">
                <a:solidFill>
                  <a:srgbClr val="1B1A17"/>
                </a:solidFill>
                <a:latin typeface="Arial"/>
                <a:ea typeface="Arial"/>
                <a:cs typeface="Arial"/>
              </a:defRPr>
            </a:lvl8pPr>
            <a:lvl9pPr algn="l">
              <a:defRPr sz="1875" b="1">
                <a:solidFill>
                  <a:srgbClr val="1B1A17"/>
                </a:solidFill>
                <a:latin typeface="Arial"/>
                <a:ea typeface="Arial"/>
                <a:cs typeface="Arial"/>
              </a:defRPr>
            </a:lvl9pPr>
          </a:lstStyle>
          <a:p xmlns:a="http://schemas.openxmlformats.org/drawingml/2006/main">
            <a:pPr algn="l">
              <a:defRPr sz="1875" b="1">
                <a:solidFill>
                  <a:srgbClr val="1B1A17"/>
                </a:solidFill>
                <a:latin typeface="Arial"/>
                <a:ea typeface="Arial"/>
                <a:cs typeface="Arial"/>
              </a:defRPr>
            </a:pPr>
            <a:r>
              <a:rPr sz="1875" b="1">
                <a:solidFill>
                  <a:srgbClr val="1B1A17"/>
                </a:solidFill>
                <a:latin typeface="Arial"/>
                <a:ea typeface="Arial"/>
                <a:cs typeface="Arial"/>
              </a:rPr>
              <a:t>Seven metric percentiles; a weighted geometric mean</a:t>
            </a:r>
          </a:p>
        </p:txBody>
      </p:sp>
      <p:sp>
        <p:nvSpPr>
          <p:cNvPr id="16" name="text-51">
            <a:extLst xmlns:a="http://schemas.openxmlformats.org/drawingml/2006/main">
              <a:ext uri="{FF2B5EF4-FFF2-40B4-BE49-F238E27FC236}">
                <a16:creationId xmlns:a16="http://schemas.microsoft.com/office/drawing/2014/main" id="{54187179-A007-49A7-81AB-0E4771E9F93D}"/>
              </a:ext>
            </a:extLst>
          </p:cNvPr>
          <p:cNvSpPr>
            <a:spLocks xmlns:a="http://schemas.openxmlformats.org/drawingml/2006/main" noGrp="1"/>
          </p:cNvSpPr>
          <p:nvPr/>
        </p:nvSpPr>
        <p:spPr>
          <a:xfrm xmlns:a="http://schemas.openxmlformats.org/drawingml/2006/main">
            <a:off x="609600" y="563880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B1A17"/>
                </a:solidFill>
                <a:latin typeface="Arial"/>
                <a:ea typeface="Arial"/>
                <a:cs typeface="Arial"/>
              </a:defRPr>
            </a:defPPr>
            <a:lvl1pPr algn="l">
              <a:defRPr sz="1725" b="0">
                <a:solidFill>
                  <a:srgbClr val="1B1A17"/>
                </a:solidFill>
                <a:latin typeface="Arial"/>
                <a:ea typeface="Arial"/>
                <a:cs typeface="Arial"/>
              </a:defRPr>
            </a:lvl1pPr>
            <a:lvl2pPr algn="l">
              <a:defRPr sz="1725" b="0">
                <a:solidFill>
                  <a:srgbClr val="1B1A17"/>
                </a:solidFill>
                <a:latin typeface="Arial"/>
                <a:ea typeface="Arial"/>
                <a:cs typeface="Arial"/>
              </a:defRPr>
            </a:lvl2pPr>
            <a:lvl3pPr algn="l">
              <a:defRPr sz="1725" b="0">
                <a:solidFill>
                  <a:srgbClr val="1B1A17"/>
                </a:solidFill>
                <a:latin typeface="Arial"/>
                <a:ea typeface="Arial"/>
                <a:cs typeface="Arial"/>
              </a:defRPr>
            </a:lvl3pPr>
            <a:lvl4pPr algn="l">
              <a:defRPr sz="1725" b="0">
                <a:solidFill>
                  <a:srgbClr val="1B1A17"/>
                </a:solidFill>
                <a:latin typeface="Arial"/>
                <a:ea typeface="Arial"/>
                <a:cs typeface="Arial"/>
              </a:defRPr>
            </a:lvl4pPr>
            <a:lvl5pPr algn="l">
              <a:defRPr sz="1725" b="0">
                <a:solidFill>
                  <a:srgbClr val="1B1A17"/>
                </a:solidFill>
                <a:latin typeface="Arial"/>
                <a:ea typeface="Arial"/>
                <a:cs typeface="Arial"/>
              </a:defRPr>
            </a:lvl5pPr>
            <a:lvl6pPr algn="l">
              <a:defRPr sz="1725" b="0">
                <a:solidFill>
                  <a:srgbClr val="1B1A17"/>
                </a:solidFill>
                <a:latin typeface="Arial"/>
                <a:ea typeface="Arial"/>
                <a:cs typeface="Arial"/>
              </a:defRPr>
            </a:lvl6pPr>
            <a:lvl7pPr algn="l">
              <a:defRPr sz="1725" b="0">
                <a:solidFill>
                  <a:srgbClr val="1B1A17"/>
                </a:solidFill>
                <a:latin typeface="Arial"/>
                <a:ea typeface="Arial"/>
                <a:cs typeface="Arial"/>
              </a:defRPr>
            </a:lvl7pPr>
            <a:lvl8pPr algn="l">
              <a:defRPr sz="1725" b="0">
                <a:solidFill>
                  <a:srgbClr val="1B1A17"/>
                </a:solidFill>
                <a:latin typeface="Arial"/>
                <a:ea typeface="Arial"/>
                <a:cs typeface="Arial"/>
              </a:defRPr>
            </a:lvl8pPr>
            <a:lvl9pPr algn="l">
              <a:defRPr sz="1725" b="0">
                <a:solidFill>
                  <a:srgbClr val="1B1A17"/>
                </a:solidFill>
                <a:latin typeface="Arial"/>
                <a:ea typeface="Arial"/>
                <a:cs typeface="Arial"/>
              </a:defRPr>
            </a:lvl9pPr>
          </a:lstStyle>
          <a:p xmlns:a="http://schemas.openxmlformats.org/drawingml/2006/main">
            <a:pPr algn="l">
              <a:defRPr sz="1725" b="0">
                <a:solidFill>
                  <a:srgbClr val="1B1A17"/>
                </a:solidFill>
                <a:latin typeface="Arial"/>
                <a:ea typeface="Arial"/>
                <a:cs typeface="Arial"/>
              </a:defRPr>
            </a:pPr>
            <a:r>
              <a:rPr sz="1725" b="0">
                <a:solidFill>
                  <a:srgbClr val="1B1A17"/>
                </a:solidFill>
                <a:latin typeface="Arial"/>
                <a:ea typeface="Arial"/>
                <a:cs typeface="Arial"/>
              </a:rPr>
              <a:t>Score = exp[ Σ weight × ln(max(pillar, 1)) ]</a:t>
            </a:r>
          </a:p>
        </p:txBody>
      </p:sp>
      <p:sp>
        <p:nvSpPr>
          <p:cNvPr id="17" name="text-52">
            <a:extLst xmlns:a="http://schemas.openxmlformats.org/drawingml/2006/main">
              <a:ext uri="{FF2B5EF4-FFF2-40B4-BE49-F238E27FC236}">
                <a16:creationId xmlns:a16="http://schemas.microsoft.com/office/drawing/2014/main" id="{2586763B-3329-43D8-B4FC-9001DFD5A05B}"/>
              </a:ext>
            </a:extLst>
          </p:cNvPr>
          <p:cNvSpPr>
            <a:spLocks xmlns:a="http://schemas.openxmlformats.org/drawingml/2006/main" noGrp="1"/>
          </p:cNvSpPr>
          <p:nvPr/>
        </p:nvSpPr>
        <p:spPr>
          <a:xfrm xmlns:a="http://schemas.openxmlformats.org/drawingml/2006/main">
            <a:off x="609600" y="604837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6645E"/>
                </a:solidFill>
                <a:latin typeface="Arial"/>
                <a:ea typeface="Arial"/>
                <a:cs typeface="Arial"/>
              </a:defRPr>
            </a:defPPr>
            <a:lvl1pPr algn="l">
              <a:defRPr sz="1200" b="0">
                <a:solidFill>
                  <a:srgbClr val="66645E"/>
                </a:solidFill>
                <a:latin typeface="Arial"/>
                <a:ea typeface="Arial"/>
                <a:cs typeface="Arial"/>
              </a:defRPr>
            </a:lvl1pPr>
            <a:lvl2pPr algn="l">
              <a:defRPr sz="1200" b="0">
                <a:solidFill>
                  <a:srgbClr val="66645E"/>
                </a:solidFill>
                <a:latin typeface="Arial"/>
                <a:ea typeface="Arial"/>
                <a:cs typeface="Arial"/>
              </a:defRPr>
            </a:lvl2pPr>
            <a:lvl3pPr algn="l">
              <a:defRPr sz="1200" b="0">
                <a:solidFill>
                  <a:srgbClr val="66645E"/>
                </a:solidFill>
                <a:latin typeface="Arial"/>
                <a:ea typeface="Arial"/>
                <a:cs typeface="Arial"/>
              </a:defRPr>
            </a:lvl3pPr>
            <a:lvl4pPr algn="l">
              <a:defRPr sz="1200" b="0">
                <a:solidFill>
                  <a:srgbClr val="66645E"/>
                </a:solidFill>
                <a:latin typeface="Arial"/>
                <a:ea typeface="Arial"/>
                <a:cs typeface="Arial"/>
              </a:defRPr>
            </a:lvl4pPr>
            <a:lvl5pPr algn="l">
              <a:defRPr sz="1200" b="0">
                <a:solidFill>
                  <a:srgbClr val="66645E"/>
                </a:solidFill>
                <a:latin typeface="Arial"/>
                <a:ea typeface="Arial"/>
                <a:cs typeface="Arial"/>
              </a:defRPr>
            </a:lvl5pPr>
            <a:lvl6pPr algn="l">
              <a:defRPr sz="1200" b="0">
                <a:solidFill>
                  <a:srgbClr val="66645E"/>
                </a:solidFill>
                <a:latin typeface="Arial"/>
                <a:ea typeface="Arial"/>
                <a:cs typeface="Arial"/>
              </a:defRPr>
            </a:lvl6pPr>
            <a:lvl7pPr algn="l">
              <a:defRPr sz="1200" b="0">
                <a:solidFill>
                  <a:srgbClr val="66645E"/>
                </a:solidFill>
                <a:latin typeface="Arial"/>
                <a:ea typeface="Arial"/>
                <a:cs typeface="Arial"/>
              </a:defRPr>
            </a:lvl7pPr>
            <a:lvl8pPr algn="l">
              <a:defRPr sz="1200" b="0">
                <a:solidFill>
                  <a:srgbClr val="66645E"/>
                </a:solidFill>
                <a:latin typeface="Arial"/>
                <a:ea typeface="Arial"/>
                <a:cs typeface="Arial"/>
              </a:defRPr>
            </a:lvl8pPr>
            <a:lvl9pPr algn="l">
              <a:defRPr sz="1200" b="0">
                <a:solidFill>
                  <a:srgbClr val="66645E"/>
                </a:solidFill>
                <a:latin typeface="Arial"/>
                <a:ea typeface="Arial"/>
                <a:cs typeface="Arial"/>
              </a:defRPr>
            </a:lvl9pPr>
          </a:lstStyle>
          <a:p xmlns:a="http://schemas.openxmlformats.org/drawingml/2006/main">
            <a:pPr algn="l">
              <a:defRPr sz="1200" b="0">
                <a:solidFill>
                  <a:srgbClr val="66645E"/>
                </a:solidFill>
                <a:latin typeface="Arial"/>
                <a:ea typeface="Arial"/>
                <a:cs typeface="Arial"/>
              </a:defRPr>
            </a:pPr>
            <a:r>
              <a:rPr sz="1200" b="0">
                <a:solidFill>
                  <a:srgbClr val="66645E"/>
                </a:solidFill>
                <a:latin typeface="Arial"/>
                <a:ea typeface="Arial"/>
                <a:cs typeface="Arial"/>
              </a:rPr>
              <a:t>Missing metrics use percentile 50 and are named.</a:t>
            </a:r>
          </a:p>
          <a:p xmlns:a="http://schemas.openxmlformats.org/drawingml/2006/main">
            <a:pPr algn="l">
              <a:defRPr sz="1200" b="0">
                <a:solidFill>
                  <a:srgbClr val="66645E"/>
                </a:solidFill>
                <a:latin typeface="Arial"/>
                <a:ea typeface="Arial"/>
                <a:cs typeface="Arial"/>
              </a:defRPr>
            </a:pPr>
            <a:r>
              <a:rPr sz="1200" b="0">
                <a:solidFill>
                  <a:srgbClr val="66645E"/>
                </a:solidFill>
                <a:latin typeface="Arial"/>
                <a:ea typeface="Arial"/>
                <a:cs typeface="Arial"/>
              </a:rPr>
              <a:t>No measured metric in a pillar: airport excluded.</a:t>
            </a:r>
          </a:p>
        </p:txBody>
      </p:sp>
      <p:sp>
        <p:nvSpPr>
          <p:cNvPr id="18" name="text-53">
            <a:extLst xmlns:a="http://schemas.openxmlformats.org/drawingml/2006/main">
              <a:ext uri="{FF2B5EF4-FFF2-40B4-BE49-F238E27FC236}">
                <a16:creationId xmlns:a16="http://schemas.microsoft.com/office/drawing/2014/main" id="{B35C3F0A-31E7-4CBF-8CEE-A8D8B3D423BB}"/>
              </a:ext>
            </a:extLst>
          </p:cNvPr>
          <p:cNvSpPr>
            <a:spLocks xmlns:a="http://schemas.openxmlformats.org/drawingml/2006/main" noGrp="1"/>
          </p:cNvSpPr>
          <p:nvPr/>
        </p:nvSpPr>
        <p:spPr>
          <a:xfrm xmlns:a="http://schemas.openxmlformats.org/drawingml/2006/main">
            <a:off x="7058025" y="5629275"/>
            <a:ext cx="4514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6645E"/>
                </a:solidFill>
                <a:latin typeface="Arial"/>
                <a:ea typeface="Arial"/>
                <a:cs typeface="Arial"/>
              </a:defRPr>
            </a:defPPr>
            <a:lvl1pPr algn="l">
              <a:defRPr sz="1200" b="1">
                <a:solidFill>
                  <a:srgbClr val="66645E"/>
                </a:solidFill>
                <a:latin typeface="Arial"/>
                <a:ea typeface="Arial"/>
                <a:cs typeface="Arial"/>
              </a:defRPr>
            </a:lvl1pPr>
            <a:lvl2pPr algn="l">
              <a:defRPr sz="1200" b="1">
                <a:solidFill>
                  <a:srgbClr val="66645E"/>
                </a:solidFill>
                <a:latin typeface="Arial"/>
                <a:ea typeface="Arial"/>
                <a:cs typeface="Arial"/>
              </a:defRPr>
            </a:lvl2pPr>
            <a:lvl3pPr algn="l">
              <a:defRPr sz="1200" b="1">
                <a:solidFill>
                  <a:srgbClr val="66645E"/>
                </a:solidFill>
                <a:latin typeface="Arial"/>
                <a:ea typeface="Arial"/>
                <a:cs typeface="Arial"/>
              </a:defRPr>
            </a:lvl3pPr>
            <a:lvl4pPr algn="l">
              <a:defRPr sz="1200" b="1">
                <a:solidFill>
                  <a:srgbClr val="66645E"/>
                </a:solidFill>
                <a:latin typeface="Arial"/>
                <a:ea typeface="Arial"/>
                <a:cs typeface="Arial"/>
              </a:defRPr>
            </a:lvl4pPr>
            <a:lvl5pPr algn="l">
              <a:defRPr sz="1200" b="1">
                <a:solidFill>
                  <a:srgbClr val="66645E"/>
                </a:solidFill>
                <a:latin typeface="Arial"/>
                <a:ea typeface="Arial"/>
                <a:cs typeface="Arial"/>
              </a:defRPr>
            </a:lvl5pPr>
            <a:lvl6pPr algn="l">
              <a:defRPr sz="1200" b="1">
                <a:solidFill>
                  <a:srgbClr val="66645E"/>
                </a:solidFill>
                <a:latin typeface="Arial"/>
                <a:ea typeface="Arial"/>
                <a:cs typeface="Arial"/>
              </a:defRPr>
            </a:lvl6pPr>
            <a:lvl7pPr algn="l">
              <a:defRPr sz="1200" b="1">
                <a:solidFill>
                  <a:srgbClr val="66645E"/>
                </a:solidFill>
                <a:latin typeface="Arial"/>
                <a:ea typeface="Arial"/>
                <a:cs typeface="Arial"/>
              </a:defRPr>
            </a:lvl7pPr>
            <a:lvl8pPr algn="l">
              <a:defRPr sz="1200" b="1">
                <a:solidFill>
                  <a:srgbClr val="66645E"/>
                </a:solidFill>
                <a:latin typeface="Arial"/>
                <a:ea typeface="Arial"/>
                <a:cs typeface="Arial"/>
              </a:defRPr>
            </a:lvl8pPr>
            <a:lvl9pPr algn="l">
              <a:defRPr sz="1200" b="1">
                <a:solidFill>
                  <a:srgbClr val="66645E"/>
                </a:solidFill>
                <a:latin typeface="Arial"/>
                <a:ea typeface="Arial"/>
                <a:cs typeface="Arial"/>
              </a:defRPr>
            </a:lvl9pPr>
          </a:lstStyle>
          <a:p xmlns:a="http://schemas.openxmlformats.org/drawingml/2006/main">
            <a:pPr algn="l">
              <a:defRPr sz="1200" b="1">
                <a:solidFill>
                  <a:srgbClr val="66645E"/>
                </a:solidFill>
                <a:latin typeface="Arial"/>
                <a:ea typeface="Arial"/>
                <a:cs typeface="Arial"/>
              </a:defRPr>
            </a:pPr>
            <a:r>
              <a:rPr sz="1200" b="1">
                <a:solidFill>
                  <a:srgbClr val="66645E"/>
                </a:solidFill>
                <a:latin typeface="Arial"/>
                <a:ea typeface="Arial"/>
                <a:cs typeface="Arial"/>
              </a:rPr>
              <a:t>DATA CONFIDENCE</a:t>
            </a:r>
          </a:p>
        </p:txBody>
      </p:sp>
      <p:sp>
        <p:nvSpPr>
          <p:cNvPr id="19" name="text-54">
            <a:extLst xmlns:a="http://schemas.openxmlformats.org/drawingml/2006/main">
              <a:ext uri="{FF2B5EF4-FFF2-40B4-BE49-F238E27FC236}">
                <a16:creationId xmlns:a16="http://schemas.microsoft.com/office/drawing/2014/main" id="{A96DF637-7235-4A8B-AD91-E6252E7B8B08}"/>
              </a:ext>
            </a:extLst>
          </p:cNvPr>
          <p:cNvSpPr>
            <a:spLocks xmlns:a="http://schemas.openxmlformats.org/drawingml/2006/main" noGrp="1"/>
          </p:cNvSpPr>
          <p:nvPr/>
        </p:nvSpPr>
        <p:spPr>
          <a:xfrm xmlns:a="http://schemas.openxmlformats.org/drawingml/2006/main">
            <a:off x="7058025" y="5962650"/>
            <a:ext cx="4514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B1A17"/>
                </a:solidFill>
                <a:latin typeface="Arial"/>
                <a:ea typeface="Arial"/>
                <a:cs typeface="Arial"/>
              </a:defRPr>
            </a:defPPr>
            <a:lvl1pPr algn="l">
              <a:defRPr sz="1500" b="0">
                <a:solidFill>
                  <a:srgbClr val="1B1A17"/>
                </a:solidFill>
                <a:latin typeface="Arial"/>
                <a:ea typeface="Arial"/>
                <a:cs typeface="Arial"/>
              </a:defRPr>
            </a:lvl1pPr>
            <a:lvl2pPr algn="l">
              <a:defRPr sz="1500" b="0">
                <a:solidFill>
                  <a:srgbClr val="1B1A17"/>
                </a:solidFill>
                <a:latin typeface="Arial"/>
                <a:ea typeface="Arial"/>
                <a:cs typeface="Arial"/>
              </a:defRPr>
            </a:lvl2pPr>
            <a:lvl3pPr algn="l">
              <a:defRPr sz="1500" b="0">
                <a:solidFill>
                  <a:srgbClr val="1B1A17"/>
                </a:solidFill>
                <a:latin typeface="Arial"/>
                <a:ea typeface="Arial"/>
                <a:cs typeface="Arial"/>
              </a:defRPr>
            </a:lvl3pPr>
            <a:lvl4pPr algn="l">
              <a:defRPr sz="1500" b="0">
                <a:solidFill>
                  <a:srgbClr val="1B1A17"/>
                </a:solidFill>
                <a:latin typeface="Arial"/>
                <a:ea typeface="Arial"/>
                <a:cs typeface="Arial"/>
              </a:defRPr>
            </a:lvl4pPr>
            <a:lvl5pPr algn="l">
              <a:defRPr sz="1500" b="0">
                <a:solidFill>
                  <a:srgbClr val="1B1A17"/>
                </a:solidFill>
                <a:latin typeface="Arial"/>
                <a:ea typeface="Arial"/>
                <a:cs typeface="Arial"/>
              </a:defRPr>
            </a:lvl5pPr>
            <a:lvl6pPr algn="l">
              <a:defRPr sz="1500" b="0">
                <a:solidFill>
                  <a:srgbClr val="1B1A17"/>
                </a:solidFill>
                <a:latin typeface="Arial"/>
                <a:ea typeface="Arial"/>
                <a:cs typeface="Arial"/>
              </a:defRPr>
            </a:lvl6pPr>
            <a:lvl7pPr algn="l">
              <a:defRPr sz="1500" b="0">
                <a:solidFill>
                  <a:srgbClr val="1B1A17"/>
                </a:solidFill>
                <a:latin typeface="Arial"/>
                <a:ea typeface="Arial"/>
                <a:cs typeface="Arial"/>
              </a:defRPr>
            </a:lvl7pPr>
            <a:lvl8pPr algn="l">
              <a:defRPr sz="1500" b="0">
                <a:solidFill>
                  <a:srgbClr val="1B1A17"/>
                </a:solidFill>
                <a:latin typeface="Arial"/>
                <a:ea typeface="Arial"/>
                <a:cs typeface="Arial"/>
              </a:defRPr>
            </a:lvl8pPr>
            <a:lvl9pPr algn="l">
              <a:defRPr sz="1500" b="0">
                <a:solidFill>
                  <a:srgbClr val="1B1A17"/>
                </a:solidFill>
                <a:latin typeface="Arial"/>
                <a:ea typeface="Arial"/>
                <a:cs typeface="Arial"/>
              </a:defRPr>
            </a:lvl9pPr>
          </a:lstStyle>
          <a:p xmlns:a="http://schemas.openxmlformats.org/drawingml/2006/main">
            <a:pPr algn="l">
              <a:defRPr sz="1500" b="0">
                <a:solidFill>
                  <a:srgbClr val="1B1A17"/>
                </a:solidFill>
                <a:latin typeface="Arial"/>
                <a:ea typeface="Arial"/>
                <a:cs typeface="Arial"/>
              </a:defRPr>
            </a:pPr>
            <a:r>
              <a:rPr sz="1500" b="0">
                <a:solidFill>
                  <a:srgbClr val="1B1A17"/>
                </a:solidFill>
                <a:latin typeface="Arial"/>
                <a:ea typeface="Arial"/>
                <a:cs typeface="Arial"/>
              </a:rPr>
              <a:t>High: 7/7     Medium: 5–6/7     Low: ≤4/7</a:t>
            </a:r>
          </a:p>
        </p:txBody>
      </p:sp>
      <p:sp>
        <p:nvSpPr>
          <p:cNvPr id="20" name="text-55">
            <a:extLst xmlns:a="http://schemas.openxmlformats.org/drawingml/2006/main">
              <a:ext uri="{FF2B5EF4-FFF2-40B4-BE49-F238E27FC236}">
                <a16:creationId xmlns:a16="http://schemas.microsoft.com/office/drawing/2014/main" id="{82BEB934-5927-430B-9AED-AC6D26E70BCE}"/>
              </a:ext>
            </a:extLst>
          </p:cNvPr>
          <p:cNvSpPr>
            <a:spLocks xmlns:a="http://schemas.openxmlformats.org/drawingml/2006/main" noGrp="1"/>
          </p:cNvSpPr>
          <p:nvPr/>
        </p:nvSpPr>
        <p:spPr>
          <a:xfrm xmlns:a="http://schemas.openxmlformats.org/drawingml/2006/main">
            <a:off x="7058025" y="6276975"/>
            <a:ext cx="451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6645E"/>
                </a:solidFill>
                <a:latin typeface="Arial"/>
                <a:ea typeface="Arial"/>
                <a:cs typeface="Arial"/>
              </a:defRPr>
            </a:defPPr>
            <a:lvl1pPr algn="l">
              <a:defRPr sz="1200" b="0">
                <a:solidFill>
                  <a:srgbClr val="66645E"/>
                </a:solidFill>
                <a:latin typeface="Arial"/>
                <a:ea typeface="Arial"/>
                <a:cs typeface="Arial"/>
              </a:defRPr>
            </a:lvl1pPr>
            <a:lvl2pPr algn="l">
              <a:defRPr sz="1200" b="0">
                <a:solidFill>
                  <a:srgbClr val="66645E"/>
                </a:solidFill>
                <a:latin typeface="Arial"/>
                <a:ea typeface="Arial"/>
                <a:cs typeface="Arial"/>
              </a:defRPr>
            </a:lvl2pPr>
            <a:lvl3pPr algn="l">
              <a:defRPr sz="1200" b="0">
                <a:solidFill>
                  <a:srgbClr val="66645E"/>
                </a:solidFill>
                <a:latin typeface="Arial"/>
                <a:ea typeface="Arial"/>
                <a:cs typeface="Arial"/>
              </a:defRPr>
            </a:lvl3pPr>
            <a:lvl4pPr algn="l">
              <a:defRPr sz="1200" b="0">
                <a:solidFill>
                  <a:srgbClr val="66645E"/>
                </a:solidFill>
                <a:latin typeface="Arial"/>
                <a:ea typeface="Arial"/>
                <a:cs typeface="Arial"/>
              </a:defRPr>
            </a:lvl4pPr>
            <a:lvl5pPr algn="l">
              <a:defRPr sz="1200" b="0">
                <a:solidFill>
                  <a:srgbClr val="66645E"/>
                </a:solidFill>
                <a:latin typeface="Arial"/>
                <a:ea typeface="Arial"/>
                <a:cs typeface="Arial"/>
              </a:defRPr>
            </a:lvl5pPr>
            <a:lvl6pPr algn="l">
              <a:defRPr sz="1200" b="0">
                <a:solidFill>
                  <a:srgbClr val="66645E"/>
                </a:solidFill>
                <a:latin typeface="Arial"/>
                <a:ea typeface="Arial"/>
                <a:cs typeface="Arial"/>
              </a:defRPr>
            </a:lvl6pPr>
            <a:lvl7pPr algn="l">
              <a:defRPr sz="1200" b="0">
                <a:solidFill>
                  <a:srgbClr val="66645E"/>
                </a:solidFill>
                <a:latin typeface="Arial"/>
                <a:ea typeface="Arial"/>
                <a:cs typeface="Arial"/>
              </a:defRPr>
            </a:lvl7pPr>
            <a:lvl8pPr algn="l">
              <a:defRPr sz="1200" b="0">
                <a:solidFill>
                  <a:srgbClr val="66645E"/>
                </a:solidFill>
                <a:latin typeface="Arial"/>
                <a:ea typeface="Arial"/>
                <a:cs typeface="Arial"/>
              </a:defRPr>
            </a:lvl8pPr>
            <a:lvl9pPr algn="l">
              <a:defRPr sz="1200" b="0">
                <a:solidFill>
                  <a:srgbClr val="66645E"/>
                </a:solidFill>
                <a:latin typeface="Arial"/>
                <a:ea typeface="Arial"/>
                <a:cs typeface="Arial"/>
              </a:defRPr>
            </a:lvl9pPr>
          </a:lstStyle>
          <a:p xmlns:a="http://schemas.openxmlformats.org/drawingml/2006/main">
            <a:pPr algn="l">
              <a:defRPr sz="1200" b="0">
                <a:solidFill>
                  <a:srgbClr val="66645E"/>
                </a:solidFill>
                <a:latin typeface="Arial"/>
                <a:ea typeface="Arial"/>
                <a:cs typeface="Arial"/>
              </a:defRPr>
            </a:pPr>
            <a:r>
              <a:rPr sz="1200" b="0">
                <a:solidFill>
                  <a:srgbClr val="66645E"/>
                </a:solidFill>
                <a:latin typeface="Arial"/>
                <a:ea typeface="Arial"/>
                <a:cs typeface="Arial"/>
              </a:rPr>
              <a:t>Scenarios and ad-hoc results: at most Medium.</a:t>
            </a:r>
          </a:p>
        </p:txBody>
      </p:sp>
    </p:spTree>
    <p:extLst>
      <p:ext uri="{BB962C8B-B14F-4D97-AF65-F5344CB8AC3E}">
        <p14:creationId xmlns:p14="http://schemas.microsoft.com/office/powerpoint/2010/main" val="363926971"/>
      </p:ext>
    </p:extLst>
  </p:cSld>
</p:sld>
</file>

<file path=ppt/slides/slide4.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text-56">
            <a:extLst xmlns:a="http://schemas.openxmlformats.org/drawingml/2006/main">
              <a:ext uri="{FF2B5EF4-FFF2-40B4-BE49-F238E27FC236}">
                <a16:creationId xmlns:a16="http://schemas.microsoft.com/office/drawing/2014/main" id="{8D195C17-3680-4264-84F8-B0A4F15F0785}"/>
              </a:ext>
            </a:extLst>
          </p:cNvPr>
          <p:cNvSpPr>
            <a:spLocks xmlns:a="http://schemas.openxmlformats.org/drawingml/2006/main" noGrp="1"/>
          </p:cNvSpPr>
          <p:nvPr/>
        </p:nvSpPr>
        <p:spPr>
          <a:xfrm xmlns:a="http://schemas.openxmlformats.org/drawingml/2006/main">
            <a:off x="609600" y="304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66645E"/>
                </a:solidFill>
                <a:latin typeface="Arial"/>
                <a:ea typeface="Arial"/>
                <a:cs typeface="Arial"/>
              </a:defRPr>
            </a:defPPr>
            <a:lvl1pPr algn="l">
              <a:defRPr sz="1125" b="1">
                <a:solidFill>
                  <a:srgbClr val="66645E"/>
                </a:solidFill>
                <a:latin typeface="Arial"/>
                <a:ea typeface="Arial"/>
                <a:cs typeface="Arial"/>
              </a:defRPr>
            </a:lvl1pPr>
            <a:lvl2pPr algn="l">
              <a:defRPr sz="1125" b="1">
                <a:solidFill>
                  <a:srgbClr val="66645E"/>
                </a:solidFill>
                <a:latin typeface="Arial"/>
                <a:ea typeface="Arial"/>
                <a:cs typeface="Arial"/>
              </a:defRPr>
            </a:lvl2pPr>
            <a:lvl3pPr algn="l">
              <a:defRPr sz="1125" b="1">
                <a:solidFill>
                  <a:srgbClr val="66645E"/>
                </a:solidFill>
                <a:latin typeface="Arial"/>
                <a:ea typeface="Arial"/>
                <a:cs typeface="Arial"/>
              </a:defRPr>
            </a:lvl3pPr>
            <a:lvl4pPr algn="l">
              <a:defRPr sz="1125" b="1">
                <a:solidFill>
                  <a:srgbClr val="66645E"/>
                </a:solidFill>
                <a:latin typeface="Arial"/>
                <a:ea typeface="Arial"/>
                <a:cs typeface="Arial"/>
              </a:defRPr>
            </a:lvl4pPr>
            <a:lvl5pPr algn="l">
              <a:defRPr sz="1125" b="1">
                <a:solidFill>
                  <a:srgbClr val="66645E"/>
                </a:solidFill>
                <a:latin typeface="Arial"/>
                <a:ea typeface="Arial"/>
                <a:cs typeface="Arial"/>
              </a:defRPr>
            </a:lvl5pPr>
            <a:lvl6pPr algn="l">
              <a:defRPr sz="1125" b="1">
                <a:solidFill>
                  <a:srgbClr val="66645E"/>
                </a:solidFill>
                <a:latin typeface="Arial"/>
                <a:ea typeface="Arial"/>
                <a:cs typeface="Arial"/>
              </a:defRPr>
            </a:lvl6pPr>
            <a:lvl7pPr algn="l">
              <a:defRPr sz="1125" b="1">
                <a:solidFill>
                  <a:srgbClr val="66645E"/>
                </a:solidFill>
                <a:latin typeface="Arial"/>
                <a:ea typeface="Arial"/>
                <a:cs typeface="Arial"/>
              </a:defRPr>
            </a:lvl7pPr>
            <a:lvl8pPr algn="l">
              <a:defRPr sz="1125" b="1">
                <a:solidFill>
                  <a:srgbClr val="66645E"/>
                </a:solidFill>
                <a:latin typeface="Arial"/>
                <a:ea typeface="Arial"/>
                <a:cs typeface="Arial"/>
              </a:defRPr>
            </a:lvl8pPr>
            <a:lvl9pPr algn="l">
              <a:defRPr sz="1125" b="1">
                <a:solidFill>
                  <a:srgbClr val="66645E"/>
                </a:solidFill>
                <a:latin typeface="Arial"/>
                <a:ea typeface="Arial"/>
                <a:cs typeface="Arial"/>
              </a:defRPr>
            </a:lvl9pPr>
          </a:lstStyle>
          <a:p xmlns:a="http://schemas.openxmlformats.org/drawingml/2006/main">
            <a:pPr algn="l">
              <a:defRPr sz="1125" b="1">
                <a:solidFill>
                  <a:srgbClr val="66645E"/>
                </a:solidFill>
                <a:latin typeface="Arial"/>
                <a:ea typeface="Arial"/>
                <a:cs typeface="Arial"/>
              </a:defRPr>
            </a:pPr>
            <a:r>
              <a:rPr sz="1125" b="1">
                <a:solidFill>
                  <a:srgbClr val="66645E"/>
                </a:solidFill>
                <a:latin typeface="Arial"/>
                <a:ea typeface="Arial"/>
                <a:cs typeface="Arial"/>
              </a:rPr>
              <a:t>AIRPORT INVESTMENT INTELLIGENCE</a:t>
            </a:r>
          </a:p>
        </p:txBody>
      </p:sp>
      <p:sp>
        <p:nvSpPr>
          <p:cNvPr id="2" name="text-57">
            <a:extLst xmlns:a="http://schemas.openxmlformats.org/drawingml/2006/main">
              <a:ext uri="{FF2B5EF4-FFF2-40B4-BE49-F238E27FC236}">
                <a16:creationId xmlns:a16="http://schemas.microsoft.com/office/drawing/2014/main" id="{8F8CC535-1002-4D40-932E-4E80B1CE7D77}"/>
              </a:ext>
            </a:extLst>
          </p:cNvPr>
          <p:cNvSpPr>
            <a:spLocks xmlns:a="http://schemas.openxmlformats.org/drawingml/2006/main" noGrp="1"/>
          </p:cNvSpPr>
          <p:nvPr/>
        </p:nvSpPr>
        <p:spPr>
          <a:xfrm xmlns:a="http://schemas.openxmlformats.org/drawingml/2006/main">
            <a:off x="10810875" y="3048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645E"/>
                </a:solidFill>
                <a:latin typeface="Arial"/>
                <a:ea typeface="Arial"/>
                <a:cs typeface="Arial"/>
              </a:defRPr>
            </a:defPPr>
            <a:lvl1pPr algn="r">
              <a:defRPr sz="1125" b="0">
                <a:solidFill>
                  <a:srgbClr val="66645E"/>
                </a:solidFill>
                <a:latin typeface="Arial"/>
                <a:ea typeface="Arial"/>
                <a:cs typeface="Arial"/>
              </a:defRPr>
            </a:lvl1pPr>
            <a:lvl2pPr algn="r">
              <a:defRPr sz="1125" b="0">
                <a:solidFill>
                  <a:srgbClr val="66645E"/>
                </a:solidFill>
                <a:latin typeface="Arial"/>
                <a:ea typeface="Arial"/>
                <a:cs typeface="Arial"/>
              </a:defRPr>
            </a:lvl2pPr>
            <a:lvl3pPr algn="r">
              <a:defRPr sz="1125" b="0">
                <a:solidFill>
                  <a:srgbClr val="66645E"/>
                </a:solidFill>
                <a:latin typeface="Arial"/>
                <a:ea typeface="Arial"/>
                <a:cs typeface="Arial"/>
              </a:defRPr>
            </a:lvl3pPr>
            <a:lvl4pPr algn="r">
              <a:defRPr sz="1125" b="0">
                <a:solidFill>
                  <a:srgbClr val="66645E"/>
                </a:solidFill>
                <a:latin typeface="Arial"/>
                <a:ea typeface="Arial"/>
                <a:cs typeface="Arial"/>
              </a:defRPr>
            </a:lvl4pPr>
            <a:lvl5pPr algn="r">
              <a:defRPr sz="1125" b="0">
                <a:solidFill>
                  <a:srgbClr val="66645E"/>
                </a:solidFill>
                <a:latin typeface="Arial"/>
                <a:ea typeface="Arial"/>
                <a:cs typeface="Arial"/>
              </a:defRPr>
            </a:lvl5pPr>
            <a:lvl6pPr algn="r">
              <a:defRPr sz="1125" b="0">
                <a:solidFill>
                  <a:srgbClr val="66645E"/>
                </a:solidFill>
                <a:latin typeface="Arial"/>
                <a:ea typeface="Arial"/>
                <a:cs typeface="Arial"/>
              </a:defRPr>
            </a:lvl6pPr>
            <a:lvl7pPr algn="r">
              <a:defRPr sz="1125" b="0">
                <a:solidFill>
                  <a:srgbClr val="66645E"/>
                </a:solidFill>
                <a:latin typeface="Arial"/>
                <a:ea typeface="Arial"/>
                <a:cs typeface="Arial"/>
              </a:defRPr>
            </a:lvl7pPr>
            <a:lvl8pPr algn="r">
              <a:defRPr sz="1125" b="0">
                <a:solidFill>
                  <a:srgbClr val="66645E"/>
                </a:solidFill>
                <a:latin typeface="Arial"/>
                <a:ea typeface="Arial"/>
                <a:cs typeface="Arial"/>
              </a:defRPr>
            </a:lvl8pPr>
            <a:lvl9pPr algn="r">
              <a:defRPr sz="1125" b="0">
                <a:solidFill>
                  <a:srgbClr val="66645E"/>
                </a:solidFill>
                <a:latin typeface="Arial"/>
                <a:ea typeface="Arial"/>
                <a:cs typeface="Arial"/>
              </a:defRPr>
            </a:lvl9pPr>
          </a:lstStyle>
          <a:p xmlns:a="http://schemas.openxmlformats.org/drawingml/2006/main">
            <a:pPr algn="r">
              <a:defRPr sz="1125" b="0">
                <a:solidFill>
                  <a:srgbClr val="66645E"/>
                </a:solidFill>
                <a:latin typeface="Arial"/>
                <a:ea typeface="Arial"/>
                <a:cs typeface="Arial"/>
              </a:defRPr>
            </a:pPr>
            <a:r>
              <a:rPr sz="1125" b="0">
                <a:solidFill>
                  <a:srgbClr val="66645E"/>
                </a:solidFill>
                <a:latin typeface="Arial"/>
                <a:ea typeface="Arial"/>
                <a:cs typeface="Arial"/>
              </a:rPr>
              <a:t>05 / 06</a:t>
            </a:r>
          </a:p>
        </p:txBody>
      </p:sp>
      <p:sp>
        <p:nvSpPr>
          <p:cNvPr id="3" name="text-58">
            <a:extLst xmlns:a="http://schemas.openxmlformats.org/drawingml/2006/main">
              <a:ext uri="{FF2B5EF4-FFF2-40B4-BE49-F238E27FC236}">
                <a16:creationId xmlns:a16="http://schemas.microsoft.com/office/drawing/2014/main" id="{6B96760D-56F8-4A70-8DD6-27338DE1C78F}"/>
              </a:ext>
            </a:extLst>
          </p:cNvPr>
          <p:cNvSpPr>
            <a:spLocks xmlns:a="http://schemas.openxmlformats.org/drawingml/2006/main" noGrp="1"/>
          </p:cNvSpPr>
          <p:nvPr/>
        </p:nvSpPr>
        <p:spPr>
          <a:xfrm xmlns:a="http://schemas.openxmlformats.org/drawingml/2006/main">
            <a:off x="609600" y="65913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66645E"/>
                </a:solidFill>
                <a:latin typeface="Arial"/>
                <a:ea typeface="Arial"/>
                <a:cs typeface="Arial"/>
              </a:defRPr>
            </a:defPPr>
            <a:lvl1pPr algn="l">
              <a:defRPr sz="975" b="0">
                <a:solidFill>
                  <a:srgbClr val="66645E"/>
                </a:solidFill>
                <a:latin typeface="Arial"/>
                <a:ea typeface="Arial"/>
                <a:cs typeface="Arial"/>
              </a:defRPr>
            </a:lvl1pPr>
            <a:lvl2pPr algn="l">
              <a:defRPr sz="975" b="0">
                <a:solidFill>
                  <a:srgbClr val="66645E"/>
                </a:solidFill>
                <a:latin typeface="Arial"/>
                <a:ea typeface="Arial"/>
                <a:cs typeface="Arial"/>
              </a:defRPr>
            </a:lvl2pPr>
            <a:lvl3pPr algn="l">
              <a:defRPr sz="975" b="0">
                <a:solidFill>
                  <a:srgbClr val="66645E"/>
                </a:solidFill>
                <a:latin typeface="Arial"/>
                <a:ea typeface="Arial"/>
                <a:cs typeface="Arial"/>
              </a:defRPr>
            </a:lvl3pPr>
            <a:lvl4pPr algn="l">
              <a:defRPr sz="975" b="0">
                <a:solidFill>
                  <a:srgbClr val="66645E"/>
                </a:solidFill>
                <a:latin typeface="Arial"/>
                <a:ea typeface="Arial"/>
                <a:cs typeface="Arial"/>
              </a:defRPr>
            </a:lvl4pPr>
            <a:lvl5pPr algn="l">
              <a:defRPr sz="975" b="0">
                <a:solidFill>
                  <a:srgbClr val="66645E"/>
                </a:solidFill>
                <a:latin typeface="Arial"/>
                <a:ea typeface="Arial"/>
                <a:cs typeface="Arial"/>
              </a:defRPr>
            </a:lvl5pPr>
            <a:lvl6pPr algn="l">
              <a:defRPr sz="975" b="0">
                <a:solidFill>
                  <a:srgbClr val="66645E"/>
                </a:solidFill>
                <a:latin typeface="Arial"/>
                <a:ea typeface="Arial"/>
                <a:cs typeface="Arial"/>
              </a:defRPr>
            </a:lvl6pPr>
            <a:lvl7pPr algn="l">
              <a:defRPr sz="975" b="0">
                <a:solidFill>
                  <a:srgbClr val="66645E"/>
                </a:solidFill>
                <a:latin typeface="Arial"/>
                <a:ea typeface="Arial"/>
                <a:cs typeface="Arial"/>
              </a:defRPr>
            </a:lvl7pPr>
            <a:lvl8pPr algn="l">
              <a:defRPr sz="975" b="0">
                <a:solidFill>
                  <a:srgbClr val="66645E"/>
                </a:solidFill>
                <a:latin typeface="Arial"/>
                <a:ea typeface="Arial"/>
                <a:cs typeface="Arial"/>
              </a:defRPr>
            </a:lvl8pPr>
            <a:lvl9pPr algn="l">
              <a:defRPr sz="975" b="0">
                <a:solidFill>
                  <a:srgbClr val="66645E"/>
                </a:solidFill>
                <a:latin typeface="Arial"/>
                <a:ea typeface="Arial"/>
                <a:cs typeface="Arial"/>
              </a:defRPr>
            </a:lvl9pPr>
          </a:lstStyle>
          <a:p xmlns:a="http://schemas.openxmlformats.org/drawingml/2006/main">
            <a:pPr algn="l">
              <a:defRPr sz="975" b="0">
                <a:solidFill>
                  <a:srgbClr val="66645E"/>
                </a:solidFill>
                <a:latin typeface="Arial"/>
                <a:ea typeface="Arial"/>
                <a:cs typeface="Arial"/>
              </a:defRPr>
            </a:pPr>
            <a:r>
              <a:rPr sz="975" b="0">
                <a:solidFill>
                  <a:srgbClr val="66645E"/>
                </a:solidFill>
                <a:latin typeface="Arial"/>
                <a:ea typeface="Arial"/>
                <a:cs typeface="Arial"/>
              </a:rPr>
              <a:t>LIVE DEMONSTRATION</a:t>
            </a:r>
          </a:p>
        </p:txBody>
      </p:sp>
      <p:sp>
        <p:nvSpPr>
          <p:cNvPr id="4" name="slide-title">
            <a:extLst xmlns:a="http://schemas.openxmlformats.org/drawingml/2006/main">
              <a:ext uri="{FF2B5EF4-FFF2-40B4-BE49-F238E27FC236}">
                <a16:creationId xmlns:a16="http://schemas.microsoft.com/office/drawing/2014/main" id="{DEE9A8AA-4932-4EEC-84E3-D6DFA1B0F1B0}"/>
              </a:ext>
            </a:extLst>
          </p:cNvPr>
          <p:cNvSpPr>
            <a:spLocks xmlns:a="http://schemas.openxmlformats.org/drawingml/2006/main" noGrp="1"/>
          </p:cNvSpPr>
          <p:nvPr/>
        </p:nvSpPr>
        <p:spPr>
          <a:xfrm xmlns:a="http://schemas.openxmlformats.org/drawingml/2006/main">
            <a:off x="609600" y="8858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B1A17"/>
                </a:solidFill>
                <a:latin typeface="Georgia"/>
                <a:ea typeface="Georgia"/>
                <a:cs typeface="Georgia"/>
              </a:defRPr>
            </a:defPPr>
            <a:lvl1pPr algn="l">
              <a:defRPr sz="3600" b="0">
                <a:solidFill>
                  <a:srgbClr val="1B1A17"/>
                </a:solidFill>
                <a:latin typeface="Georgia"/>
                <a:ea typeface="Georgia"/>
                <a:cs typeface="Georgia"/>
              </a:defRPr>
            </a:lvl1pPr>
            <a:lvl2pPr algn="l">
              <a:defRPr sz="3600" b="0">
                <a:solidFill>
                  <a:srgbClr val="1B1A17"/>
                </a:solidFill>
                <a:latin typeface="Georgia"/>
                <a:ea typeface="Georgia"/>
                <a:cs typeface="Georgia"/>
              </a:defRPr>
            </a:lvl2pPr>
            <a:lvl3pPr algn="l">
              <a:defRPr sz="3600" b="0">
                <a:solidFill>
                  <a:srgbClr val="1B1A17"/>
                </a:solidFill>
                <a:latin typeface="Georgia"/>
                <a:ea typeface="Georgia"/>
                <a:cs typeface="Georgia"/>
              </a:defRPr>
            </a:lvl3pPr>
            <a:lvl4pPr algn="l">
              <a:defRPr sz="3600" b="0">
                <a:solidFill>
                  <a:srgbClr val="1B1A17"/>
                </a:solidFill>
                <a:latin typeface="Georgia"/>
                <a:ea typeface="Georgia"/>
                <a:cs typeface="Georgia"/>
              </a:defRPr>
            </a:lvl4pPr>
            <a:lvl5pPr algn="l">
              <a:defRPr sz="3600" b="0">
                <a:solidFill>
                  <a:srgbClr val="1B1A17"/>
                </a:solidFill>
                <a:latin typeface="Georgia"/>
                <a:ea typeface="Georgia"/>
                <a:cs typeface="Georgia"/>
              </a:defRPr>
            </a:lvl5pPr>
            <a:lvl6pPr algn="l">
              <a:defRPr sz="3600" b="0">
                <a:solidFill>
                  <a:srgbClr val="1B1A17"/>
                </a:solidFill>
                <a:latin typeface="Georgia"/>
                <a:ea typeface="Georgia"/>
                <a:cs typeface="Georgia"/>
              </a:defRPr>
            </a:lvl6pPr>
            <a:lvl7pPr algn="l">
              <a:defRPr sz="3600" b="0">
                <a:solidFill>
                  <a:srgbClr val="1B1A17"/>
                </a:solidFill>
                <a:latin typeface="Georgia"/>
                <a:ea typeface="Georgia"/>
                <a:cs typeface="Georgia"/>
              </a:defRPr>
            </a:lvl7pPr>
            <a:lvl8pPr algn="l">
              <a:defRPr sz="3600" b="0">
                <a:solidFill>
                  <a:srgbClr val="1B1A17"/>
                </a:solidFill>
                <a:latin typeface="Georgia"/>
                <a:ea typeface="Georgia"/>
                <a:cs typeface="Georgia"/>
              </a:defRPr>
            </a:lvl8pPr>
            <a:lvl9pPr algn="l">
              <a:defRPr sz="3600" b="0">
                <a:solidFill>
                  <a:srgbClr val="1B1A17"/>
                </a:solidFill>
                <a:latin typeface="Georgia"/>
                <a:ea typeface="Georgia"/>
                <a:cs typeface="Georgia"/>
              </a:defRPr>
            </a:lvl9pPr>
          </a:lstStyle>
          <a:p xmlns:a="http://schemas.openxmlformats.org/drawingml/2006/main">
            <a:pPr algn="l">
              <a:defRPr sz="3600" b="0">
                <a:solidFill>
                  <a:srgbClr val="1B1A17"/>
                </a:solidFill>
                <a:latin typeface="Georgia"/>
                <a:ea typeface="Georgia"/>
                <a:cs typeface="Georgia"/>
              </a:defRPr>
            </a:pPr>
            <a:r>
              <a:rPr sz="3600" b="0">
                <a:solidFill>
                  <a:srgbClr val="1B1A17"/>
                </a:solidFill>
                <a:latin typeface="Georgia"/>
                <a:ea typeface="Georgia"/>
                <a:cs typeface="Georgia"/>
              </a:rPr>
              <a:t>Live answers and conversational follow-ups</a:t>
            </a:r>
          </a:p>
        </p:txBody>
      </p:sp>
      <p:sp>
        <p:nvSpPr>
          <p:cNvPr id="5" name="text-59">
            <a:extLst xmlns:a="http://schemas.openxmlformats.org/drawingml/2006/main">
              <a:ext uri="{FF2B5EF4-FFF2-40B4-BE49-F238E27FC236}">
                <a16:creationId xmlns:a16="http://schemas.microsoft.com/office/drawing/2014/main" id="{8994C1EC-D1F5-48ED-84D8-6D068F9D5A00}"/>
              </a:ext>
            </a:extLst>
          </p:cNvPr>
          <p:cNvSpPr>
            <a:spLocks xmlns:a="http://schemas.openxmlformats.org/drawingml/2006/main" noGrp="1"/>
          </p:cNvSpPr>
          <p:nvPr/>
        </p:nvSpPr>
        <p:spPr>
          <a:xfrm xmlns:a="http://schemas.openxmlformats.org/drawingml/2006/main">
            <a:off x="609600" y="1905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7C69A8"/>
                </a:solidFill>
                <a:latin typeface="Arial"/>
                <a:ea typeface="Arial"/>
                <a:cs typeface="Arial"/>
              </a:defRPr>
            </a:defPPr>
            <a:lvl1pPr algn="l">
              <a:defRPr sz="1200" b="1">
                <a:solidFill>
                  <a:srgbClr val="7C69A8"/>
                </a:solidFill>
                <a:latin typeface="Arial"/>
                <a:ea typeface="Arial"/>
                <a:cs typeface="Arial"/>
              </a:defRPr>
            </a:lvl1pPr>
            <a:lvl2pPr algn="l">
              <a:defRPr sz="1200" b="1">
                <a:solidFill>
                  <a:srgbClr val="7C69A8"/>
                </a:solidFill>
                <a:latin typeface="Arial"/>
                <a:ea typeface="Arial"/>
                <a:cs typeface="Arial"/>
              </a:defRPr>
            </a:lvl2pPr>
            <a:lvl3pPr algn="l">
              <a:defRPr sz="1200" b="1">
                <a:solidFill>
                  <a:srgbClr val="7C69A8"/>
                </a:solidFill>
                <a:latin typeface="Arial"/>
                <a:ea typeface="Arial"/>
                <a:cs typeface="Arial"/>
              </a:defRPr>
            </a:lvl3pPr>
            <a:lvl4pPr algn="l">
              <a:defRPr sz="1200" b="1">
                <a:solidFill>
                  <a:srgbClr val="7C69A8"/>
                </a:solidFill>
                <a:latin typeface="Arial"/>
                <a:ea typeface="Arial"/>
                <a:cs typeface="Arial"/>
              </a:defRPr>
            </a:lvl4pPr>
            <a:lvl5pPr algn="l">
              <a:defRPr sz="1200" b="1">
                <a:solidFill>
                  <a:srgbClr val="7C69A8"/>
                </a:solidFill>
                <a:latin typeface="Arial"/>
                <a:ea typeface="Arial"/>
                <a:cs typeface="Arial"/>
              </a:defRPr>
            </a:lvl5pPr>
            <a:lvl6pPr algn="l">
              <a:defRPr sz="1200" b="1">
                <a:solidFill>
                  <a:srgbClr val="7C69A8"/>
                </a:solidFill>
                <a:latin typeface="Arial"/>
                <a:ea typeface="Arial"/>
                <a:cs typeface="Arial"/>
              </a:defRPr>
            </a:lvl6pPr>
            <a:lvl7pPr algn="l">
              <a:defRPr sz="1200" b="1">
                <a:solidFill>
                  <a:srgbClr val="7C69A8"/>
                </a:solidFill>
                <a:latin typeface="Arial"/>
                <a:ea typeface="Arial"/>
                <a:cs typeface="Arial"/>
              </a:defRPr>
            </a:lvl7pPr>
            <a:lvl8pPr algn="l">
              <a:defRPr sz="1200" b="1">
                <a:solidFill>
                  <a:srgbClr val="7C69A8"/>
                </a:solidFill>
                <a:latin typeface="Arial"/>
                <a:ea typeface="Arial"/>
                <a:cs typeface="Arial"/>
              </a:defRPr>
            </a:lvl8pPr>
            <a:lvl9pPr algn="l">
              <a:defRPr sz="1200" b="1">
                <a:solidFill>
                  <a:srgbClr val="7C69A8"/>
                </a:solidFill>
                <a:latin typeface="Arial"/>
                <a:ea typeface="Arial"/>
                <a:cs typeface="Arial"/>
              </a:defRPr>
            </a:lvl9pPr>
          </a:lstStyle>
          <a:p xmlns:a="http://schemas.openxmlformats.org/drawingml/2006/main">
            <a:pPr algn="l">
              <a:defRPr sz="1200" b="1">
                <a:solidFill>
                  <a:srgbClr val="7C69A8"/>
                </a:solidFill>
                <a:latin typeface="Arial"/>
                <a:ea typeface="Arial"/>
                <a:cs typeface="Arial"/>
              </a:defRPr>
            </a:pPr>
            <a:r>
              <a:rPr sz="1200" b="1">
                <a:solidFill>
                  <a:srgbClr val="7C69A8"/>
                </a:solidFill>
                <a:latin typeface="Arial"/>
                <a:ea typeface="Arial"/>
                <a:cs typeface="Arial"/>
              </a:rPr>
              <a:t>NEW ENGLAND / FOLLOW-UP</a:t>
            </a:r>
          </a:p>
        </p:txBody>
      </p:sp>
      <p:sp>
        <p:nvSpPr>
          <p:cNvPr id="6" name="text-60">
            <a:extLst xmlns:a="http://schemas.openxmlformats.org/drawingml/2006/main">
              <a:ext uri="{FF2B5EF4-FFF2-40B4-BE49-F238E27FC236}">
                <a16:creationId xmlns:a16="http://schemas.microsoft.com/office/drawing/2014/main" id="{21E115CD-9994-48CD-B081-F52A9857723A}"/>
              </a:ext>
            </a:extLst>
          </p:cNvPr>
          <p:cNvSpPr>
            <a:spLocks xmlns:a="http://schemas.openxmlformats.org/drawingml/2006/main" noGrp="1"/>
          </p:cNvSpPr>
          <p:nvPr/>
        </p:nvSpPr>
        <p:spPr>
          <a:xfrm xmlns:a="http://schemas.openxmlformats.org/drawingml/2006/main">
            <a:off x="609600" y="2276475"/>
            <a:ext cx="661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B1A17"/>
                </a:solidFill>
                <a:latin typeface="Arial"/>
                <a:ea typeface="Arial"/>
                <a:cs typeface="Arial"/>
              </a:defRPr>
            </a:defPPr>
            <a:lvl1pPr algn="l">
              <a:defRPr sz="2325" b="1">
                <a:solidFill>
                  <a:srgbClr val="1B1A17"/>
                </a:solidFill>
                <a:latin typeface="Arial"/>
                <a:ea typeface="Arial"/>
                <a:cs typeface="Arial"/>
              </a:defRPr>
            </a:lvl1pPr>
            <a:lvl2pPr algn="l">
              <a:defRPr sz="2325" b="1">
                <a:solidFill>
                  <a:srgbClr val="1B1A17"/>
                </a:solidFill>
                <a:latin typeface="Arial"/>
                <a:ea typeface="Arial"/>
                <a:cs typeface="Arial"/>
              </a:defRPr>
            </a:lvl2pPr>
            <a:lvl3pPr algn="l">
              <a:defRPr sz="2325" b="1">
                <a:solidFill>
                  <a:srgbClr val="1B1A17"/>
                </a:solidFill>
                <a:latin typeface="Arial"/>
                <a:ea typeface="Arial"/>
                <a:cs typeface="Arial"/>
              </a:defRPr>
            </a:lvl3pPr>
            <a:lvl4pPr algn="l">
              <a:defRPr sz="2325" b="1">
                <a:solidFill>
                  <a:srgbClr val="1B1A17"/>
                </a:solidFill>
                <a:latin typeface="Arial"/>
                <a:ea typeface="Arial"/>
                <a:cs typeface="Arial"/>
              </a:defRPr>
            </a:lvl4pPr>
            <a:lvl5pPr algn="l">
              <a:defRPr sz="2325" b="1">
                <a:solidFill>
                  <a:srgbClr val="1B1A17"/>
                </a:solidFill>
                <a:latin typeface="Arial"/>
                <a:ea typeface="Arial"/>
                <a:cs typeface="Arial"/>
              </a:defRPr>
            </a:lvl5pPr>
            <a:lvl6pPr algn="l">
              <a:defRPr sz="2325" b="1">
                <a:solidFill>
                  <a:srgbClr val="1B1A17"/>
                </a:solidFill>
                <a:latin typeface="Arial"/>
                <a:ea typeface="Arial"/>
                <a:cs typeface="Arial"/>
              </a:defRPr>
            </a:lvl6pPr>
            <a:lvl7pPr algn="l">
              <a:defRPr sz="2325" b="1">
                <a:solidFill>
                  <a:srgbClr val="1B1A17"/>
                </a:solidFill>
                <a:latin typeface="Arial"/>
                <a:ea typeface="Arial"/>
                <a:cs typeface="Arial"/>
              </a:defRPr>
            </a:lvl7pPr>
            <a:lvl8pPr algn="l">
              <a:defRPr sz="2325" b="1">
                <a:solidFill>
                  <a:srgbClr val="1B1A17"/>
                </a:solidFill>
                <a:latin typeface="Arial"/>
                <a:ea typeface="Arial"/>
                <a:cs typeface="Arial"/>
              </a:defRPr>
            </a:lvl8pPr>
            <a:lvl9pPr algn="l">
              <a:defRPr sz="2325" b="1">
                <a:solidFill>
                  <a:srgbClr val="1B1A17"/>
                </a:solidFill>
                <a:latin typeface="Arial"/>
                <a:ea typeface="Arial"/>
                <a:cs typeface="Arial"/>
              </a:defRPr>
            </a:lvl9pPr>
          </a:lstStyle>
          <a:p xmlns:a="http://schemas.openxmlformats.org/drawingml/2006/main">
            <a:pPr algn="l">
              <a:defRPr sz="2325" b="1">
                <a:solidFill>
                  <a:srgbClr val="1B1A17"/>
                </a:solidFill>
                <a:latin typeface="Arial"/>
                <a:ea typeface="Arial"/>
                <a:cs typeface="Arial"/>
              </a:defRPr>
            </a:pPr>
            <a:r>
              <a:rPr sz="2325" b="1">
                <a:solidFill>
                  <a:srgbClr val="1B1A17"/>
                </a:solidFill>
                <a:latin typeface="Arial"/>
                <a:ea typeface="Arial"/>
                <a:cs typeface="Arial"/>
              </a:rPr>
              <a:t>“What if growth matters</a:t>
            </a:r>
          </a:p>
          <a:p xmlns:a="http://schemas.openxmlformats.org/drawingml/2006/main">
            <a:pPr algn="l">
              <a:defRPr sz="2325" b="1">
                <a:solidFill>
                  <a:srgbClr val="1B1A17"/>
                </a:solidFill>
                <a:latin typeface="Arial"/>
                <a:ea typeface="Arial"/>
                <a:cs typeface="Arial"/>
              </a:defRPr>
            </a:pPr>
            <a:r>
              <a:rPr sz="2325" b="1">
                <a:solidFill>
                  <a:srgbClr val="1B1A17"/>
                </a:solidFill>
                <a:latin typeface="Arial"/>
                <a:ea typeface="Arial"/>
                <a:cs typeface="Arial"/>
              </a:rPr>
              <a:t>twice as much?”</a:t>
            </a:r>
          </a:p>
        </p:txBody>
      </p:sp>
      <p:graphicFrame>
        <p:nvGraphicFramePr>
          <p:cNvPr id="7" name="">
            <a:extLst xmlns:a="http://schemas.openxmlformats.org/drawingml/2006/main">
              <a:ext uri="{FF2B5EF4-FFF2-40B4-BE49-F238E27FC236}">
                <a16:creationId xmlns:a16="http://schemas.microsoft.com/office/drawing/2014/main" id="{E33C7E9D-ACCA-48E9-813E-237536E750B3}"/>
              </a:ext>
            </a:extLst>
          </p:cNvPr>
          <p:cNvGraphicFramePr/>
          <p:nvPr/>
        </p:nvGraphicFramePr>
        <p:xfrm>
          <a:off xmlns:a="http://schemas.openxmlformats.org/drawingml/2006/main" x="609600" y="3295650"/>
          <a:ext xmlns:a="http://schemas.openxmlformats.org/drawingml/2006/main" cx="6638925" cy="2276475"/>
        </p:xfrm>
        <a:graphic xmlns:a="http://schemas.openxmlformats.org/drawingml/2006/main">
          <a:graphicData uri="http://schemas.openxmlformats.org/drawingml/2006/table">
            <a:tbl>
              <a:tblPr firstRow="0" bandRow="0"/>
              <a:tblGrid>
                <a:gridCol w="2638425"/>
                <a:gridCol w="1295400"/>
                <a:gridCol w="1428750"/>
                <a:gridCol w="1276350"/>
              </a:tblGrid>
              <a:tr h="542925">
                <a:tc>
                  <a:txBody>
                    <a:bodyPr lIns="95250" tIns="38100" rIns="38100" bIns="38100">
                      <a:noAutofit/>
                    </a:bodyPr>
                    <a:lstStyle/>
                    <a:p>
                      <a:pPr algn="l"/>
                      <a:r>
                        <a:rPr sz="1350" b="1">
                          <a:solidFill>
                            <a:srgbClr val="66645E"/>
                          </a:solidFill>
                          <a:latin typeface="Arial"/>
                          <a:ea typeface="Arial"/>
                          <a:cs typeface="Arial"/>
                        </a:rPr>
                        <a:t>Airport</a:t>
                      </a:r>
                    </a:p>
                  </a:txBody>
                  <a:tcPr marL="91440" marR="91440" marT="45720" marB="45720" anchor="ctr">
                    <a:lnL w="5715">
                      <a:solidFill>
                        <a:srgbClr val="D8D5CD"/>
                      </a:solidFill>
                      <a:prstDash val="solid"/>
                    </a:lnL>
                    <a:lnR w="5715">
                      <a:solidFill>
                        <a:srgbClr val="D8D5CD"/>
                      </a:solidFill>
                      <a:prstDash val="solid"/>
                    </a:lnR>
                    <a:lnT w="5715">
                      <a:solidFill>
                        <a:srgbClr val="D8D5CD"/>
                      </a:solidFill>
                      <a:prstDash val="solid"/>
                    </a:lnT>
                    <a:lnB w="5715">
                      <a:solidFill>
                        <a:srgbClr val="D8D5CD"/>
                      </a:solidFill>
                      <a:prstDash val="solid"/>
                    </a:lnB>
                    <a:solidFill>
                      <a:srgbClr val="F7F6F2"/>
                    </a:solidFill>
                  </a:tcPr>
                </a:tc>
                <a:tc>
                  <a:txBody>
                    <a:bodyPr lIns="38100" tIns="38100" rIns="38100" bIns="38100">
                      <a:noAutofit/>
                    </a:bodyPr>
                    <a:lstStyle/>
                    <a:p>
                      <a:pPr algn="ctr"/>
                      <a:r>
                        <a:rPr sz="1350" b="1">
                          <a:solidFill>
                            <a:srgbClr val="66645E"/>
                          </a:solidFill>
                          <a:latin typeface="Arial"/>
                          <a:ea typeface="Arial"/>
                          <a:cs typeface="Arial"/>
                        </a:rPr>
                        <a:t>Default</a:t>
                      </a:r>
                    </a:p>
                    <a:p>
                      <a:pPr algn="ctr"/>
                      <a:r>
                        <a:rPr sz="1350" b="1">
                          <a:solidFill>
                            <a:srgbClr val="66645E"/>
                          </a:solidFill>
                          <a:latin typeface="Arial"/>
                          <a:ea typeface="Arial"/>
                          <a:cs typeface="Arial"/>
                        </a:rPr>
                        <a:t>rank</a:t>
                      </a:r>
                    </a:p>
                  </a:txBody>
                  <a:tcPr marL="91440" marR="91440" marT="45720" marB="45720" anchor="ctr">
                    <a:lnR w="5715">
                      <a:solidFill>
                        <a:srgbClr val="D8D5CD"/>
                      </a:solidFill>
                      <a:prstDash val="solid"/>
                    </a:lnR>
                    <a:lnT w="5715">
                      <a:solidFill>
                        <a:srgbClr val="D8D5CD"/>
                      </a:solidFill>
                      <a:prstDash val="solid"/>
                    </a:lnT>
                    <a:lnB w="5715">
                      <a:solidFill>
                        <a:srgbClr val="D8D5CD"/>
                      </a:solidFill>
                      <a:prstDash val="solid"/>
                    </a:lnB>
                    <a:solidFill>
                      <a:srgbClr val="F7F6F2"/>
                    </a:solidFill>
                  </a:tcPr>
                </a:tc>
                <a:tc>
                  <a:txBody>
                    <a:bodyPr lIns="38100" tIns="38100" rIns="38100" bIns="38100">
                      <a:noAutofit/>
                    </a:bodyPr>
                    <a:lstStyle/>
                    <a:p>
                      <a:pPr algn="ctr"/>
                      <a:r>
                        <a:rPr sz="1350" b="1">
                          <a:solidFill>
                            <a:srgbClr val="66645E"/>
                          </a:solidFill>
                          <a:latin typeface="Arial"/>
                          <a:ea typeface="Arial"/>
                          <a:cs typeface="Arial"/>
                        </a:rPr>
                        <a:t>Growth ×2</a:t>
                      </a:r>
                    </a:p>
                    <a:p>
                      <a:pPr algn="ctr"/>
                      <a:r>
                        <a:rPr sz="1350" b="1">
                          <a:solidFill>
                            <a:srgbClr val="66645E"/>
                          </a:solidFill>
                          <a:latin typeface="Arial"/>
                          <a:ea typeface="Arial"/>
                          <a:cs typeface="Arial"/>
                        </a:rPr>
                        <a:t>rank</a:t>
                      </a:r>
                    </a:p>
                  </a:txBody>
                  <a:tcPr marL="91440" marR="91440" marT="45720" marB="45720" anchor="ctr">
                    <a:lnR w="5715">
                      <a:solidFill>
                        <a:srgbClr val="D8D5CD"/>
                      </a:solidFill>
                      <a:prstDash val="solid"/>
                    </a:lnR>
                    <a:lnT w="5715">
                      <a:solidFill>
                        <a:srgbClr val="D8D5CD"/>
                      </a:solidFill>
                      <a:prstDash val="solid"/>
                    </a:lnT>
                    <a:lnB w="5715">
                      <a:solidFill>
                        <a:srgbClr val="D8D5CD"/>
                      </a:solidFill>
                      <a:prstDash val="solid"/>
                    </a:lnB>
                    <a:solidFill>
                      <a:srgbClr val="F7F6F2"/>
                    </a:solidFill>
                  </a:tcPr>
                </a:tc>
                <a:tc>
                  <a:txBody>
                    <a:bodyPr lIns="38100" tIns="38100" rIns="38100" bIns="38100">
                      <a:noAutofit/>
                    </a:bodyPr>
                    <a:lstStyle/>
                    <a:p>
                      <a:pPr algn="ctr"/>
                      <a:r>
                        <a:rPr sz="1350" b="1">
                          <a:solidFill>
                            <a:srgbClr val="66645E"/>
                          </a:solidFill>
                          <a:latin typeface="Arial"/>
                          <a:ea typeface="Arial"/>
                          <a:cs typeface="Arial"/>
                        </a:rPr>
                        <a:t>New</a:t>
                      </a:r>
                    </a:p>
                    <a:p>
                      <a:pPr algn="ctr"/>
                      <a:r>
                        <a:rPr sz="1350" b="1">
                          <a:solidFill>
                            <a:srgbClr val="66645E"/>
                          </a:solidFill>
                          <a:latin typeface="Arial"/>
                          <a:ea typeface="Arial"/>
                          <a:cs typeface="Arial"/>
                        </a:rPr>
                        <a:t>score</a:t>
                      </a:r>
                    </a:p>
                  </a:txBody>
                  <a:tcPr marL="91440" marR="91440" marT="45720" marB="45720" anchor="ctr">
                    <a:lnR w="5715">
                      <a:solidFill>
                        <a:srgbClr val="D8D5CD"/>
                      </a:solidFill>
                      <a:prstDash val="solid"/>
                    </a:lnR>
                    <a:lnT w="5715">
                      <a:solidFill>
                        <a:srgbClr val="D8D5CD"/>
                      </a:solidFill>
                      <a:prstDash val="solid"/>
                    </a:lnT>
                    <a:lnB w="5715">
                      <a:solidFill>
                        <a:srgbClr val="D8D5CD"/>
                      </a:solidFill>
                      <a:prstDash val="solid"/>
                    </a:lnB>
                    <a:solidFill>
                      <a:srgbClr val="F7F6F2"/>
                    </a:solidFill>
                  </a:tcPr>
                </a:tc>
              </a:tr>
              <a:tr h="433388">
                <a:tc>
                  <a:txBody>
                    <a:bodyPr lIns="95250" tIns="38100" rIns="38100" bIns="38100">
                      <a:noAutofit/>
                    </a:bodyPr>
                    <a:lstStyle/>
                    <a:p>
                      <a:pPr algn="l"/>
                      <a:r>
                        <a:rPr sz="1800" b="1">
                          <a:solidFill>
                            <a:srgbClr val="1B1A17"/>
                          </a:solidFill>
                          <a:latin typeface="Arial"/>
                          <a:ea typeface="Arial"/>
                          <a:cs typeface="Arial"/>
                        </a:rPr>
                        <a:t>BGR Bangor</a:t>
                      </a:r>
                    </a:p>
                  </a:txBody>
                  <a:tcPr marL="91440" marR="91440" marT="45720" marB="45720" anchor="ctr">
                    <a:lnL w="5715">
                      <a:solidFill>
                        <a:srgbClr val="D8D5CD"/>
                      </a:solidFill>
                      <a:prstDash val="solid"/>
                    </a:lnL>
                    <a:lnR w="5715">
                      <a:solidFill>
                        <a:srgbClr val="D8D5CD"/>
                      </a:solidFill>
                      <a:prstDash val="solid"/>
                    </a:lnR>
                    <a:lnB w="5715">
                      <a:solidFill>
                        <a:srgbClr val="D8D5CD"/>
                      </a:solidFill>
                      <a:prstDash val="solid"/>
                    </a:lnB>
                    <a:solidFill>
                      <a:srgbClr val="E7E2F0"/>
                    </a:solidFill>
                  </a:tcPr>
                </a:tc>
                <a:tc>
                  <a:txBody>
                    <a:bodyPr lIns="38100" tIns="38100" rIns="38100" bIns="38100">
                      <a:noAutofit/>
                    </a:bodyPr>
                    <a:lstStyle/>
                    <a:p>
                      <a:pPr algn="ctr"/>
                      <a:r>
                        <a:rPr sz="1800" b="1">
                          <a:solidFill>
                            <a:srgbClr val="1B1A17"/>
                          </a:solidFill>
                          <a:latin typeface="Arial"/>
                          <a:ea typeface="Arial"/>
                          <a:cs typeface="Arial"/>
                        </a:rPr>
                        <a:t>2</a:t>
                      </a:r>
                    </a:p>
                  </a:txBody>
                  <a:tcPr marL="91440" marR="91440" marT="45720" marB="45720" anchor="ctr">
                    <a:lnR w="5715">
                      <a:solidFill>
                        <a:srgbClr val="D8D5CD"/>
                      </a:solidFill>
                      <a:prstDash val="solid"/>
                    </a:lnR>
                    <a:lnB w="5715">
                      <a:solidFill>
                        <a:srgbClr val="D8D5CD"/>
                      </a:solidFill>
                      <a:prstDash val="solid"/>
                    </a:lnB>
                    <a:solidFill>
                      <a:srgbClr val="E7E2F0"/>
                    </a:solidFill>
                  </a:tcPr>
                </a:tc>
                <a:tc>
                  <a:txBody>
                    <a:bodyPr lIns="38100" tIns="38100" rIns="38100" bIns="38100">
                      <a:noAutofit/>
                    </a:bodyPr>
                    <a:lstStyle/>
                    <a:p>
                      <a:pPr algn="ctr"/>
                      <a:r>
                        <a:rPr sz="1800" b="1">
                          <a:solidFill>
                            <a:srgbClr val="1B1A17"/>
                          </a:solidFill>
                          <a:latin typeface="Arial"/>
                          <a:ea typeface="Arial"/>
                          <a:cs typeface="Arial"/>
                        </a:rPr>
                        <a:t>1</a:t>
                      </a:r>
                    </a:p>
                  </a:txBody>
                  <a:tcPr marL="91440" marR="91440" marT="45720" marB="45720" anchor="ctr">
                    <a:lnR w="5715">
                      <a:solidFill>
                        <a:srgbClr val="D8D5CD"/>
                      </a:solidFill>
                      <a:prstDash val="solid"/>
                    </a:lnR>
                    <a:lnB w="5715">
                      <a:solidFill>
                        <a:srgbClr val="D8D5CD"/>
                      </a:solidFill>
                      <a:prstDash val="solid"/>
                    </a:lnB>
                    <a:solidFill>
                      <a:srgbClr val="E7E2F0"/>
                    </a:solidFill>
                  </a:tcPr>
                </a:tc>
                <a:tc>
                  <a:txBody>
                    <a:bodyPr lIns="38100" tIns="38100" rIns="38100" bIns="38100">
                      <a:noAutofit/>
                    </a:bodyPr>
                    <a:lstStyle/>
                    <a:p>
                      <a:pPr algn="ctr"/>
                      <a:r>
                        <a:rPr sz="1800" b="1">
                          <a:solidFill>
                            <a:srgbClr val="1B1A17"/>
                          </a:solidFill>
                          <a:latin typeface="Arial"/>
                          <a:ea typeface="Arial"/>
                          <a:cs typeface="Arial"/>
                        </a:rPr>
                        <a:t>75.6</a:t>
                      </a:r>
                    </a:p>
                  </a:txBody>
                  <a:tcPr marL="91440" marR="91440" marT="45720" marB="45720" anchor="ctr">
                    <a:lnR w="5715">
                      <a:solidFill>
                        <a:srgbClr val="D8D5CD"/>
                      </a:solidFill>
                      <a:prstDash val="solid"/>
                    </a:lnR>
                    <a:lnB w="5715">
                      <a:solidFill>
                        <a:srgbClr val="D8D5CD"/>
                      </a:solidFill>
                      <a:prstDash val="solid"/>
                    </a:lnB>
                    <a:solidFill>
                      <a:srgbClr val="E7E2F0"/>
                    </a:solidFill>
                  </a:tcPr>
                </a:tc>
              </a:tr>
              <a:tr h="433388">
                <a:tc>
                  <a:txBody>
                    <a:bodyPr lIns="95250" tIns="38100" rIns="38100" bIns="38100">
                      <a:noAutofit/>
                    </a:bodyPr>
                    <a:lstStyle/>
                    <a:p>
                      <a:pPr algn="l"/>
                      <a:r>
                        <a:rPr sz="1800" b="0">
                          <a:solidFill>
                            <a:srgbClr val="1B1A17"/>
                          </a:solidFill>
                          <a:latin typeface="Arial"/>
                          <a:ea typeface="Arial"/>
                          <a:cs typeface="Arial"/>
                        </a:rPr>
                        <a:t>HVN New Haven*</a:t>
                      </a:r>
                    </a:p>
                  </a:txBody>
                  <a:tcPr marL="91440" marR="91440" marT="45720" marB="45720" anchor="ctr">
                    <a:lnL w="5715">
                      <a:solidFill>
                        <a:srgbClr val="D8D5CD"/>
                      </a:solidFill>
                      <a:prstDash val="solid"/>
                    </a:lnL>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4</a:t>
                      </a:r>
                    </a:p>
                  </a:txBody>
                  <a:tcPr marL="91440" marR="91440" marT="45720" marB="45720" anchor="ctr">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2</a:t>
                      </a:r>
                    </a:p>
                  </a:txBody>
                  <a:tcPr marL="91440" marR="91440" marT="45720" marB="45720" anchor="ctr">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74.8</a:t>
                      </a:r>
                    </a:p>
                  </a:txBody>
                  <a:tcPr marL="91440" marR="91440" marT="45720" marB="45720" anchor="ctr">
                    <a:lnR w="5715">
                      <a:solidFill>
                        <a:srgbClr val="D8D5CD"/>
                      </a:solidFill>
                      <a:prstDash val="solid"/>
                    </a:lnR>
                    <a:lnB w="5715">
                      <a:solidFill>
                        <a:srgbClr val="D8D5CD"/>
                      </a:solidFill>
                      <a:prstDash val="solid"/>
                    </a:lnB>
                    <a:solidFill>
                      <a:srgbClr val="F7F6F2"/>
                    </a:solidFill>
                  </a:tcPr>
                </a:tc>
              </a:tr>
              <a:tr h="433388">
                <a:tc>
                  <a:txBody>
                    <a:bodyPr lIns="95250" tIns="38100" rIns="38100" bIns="38100">
                      <a:noAutofit/>
                    </a:bodyPr>
                    <a:lstStyle/>
                    <a:p>
                      <a:pPr algn="l"/>
                      <a:r>
                        <a:rPr sz="1800" b="0">
                          <a:solidFill>
                            <a:srgbClr val="1B1A17"/>
                          </a:solidFill>
                          <a:latin typeface="Arial"/>
                          <a:ea typeface="Arial"/>
                          <a:cs typeface="Arial"/>
                        </a:rPr>
                        <a:t>BTV Burlington</a:t>
                      </a:r>
                    </a:p>
                  </a:txBody>
                  <a:tcPr marL="91440" marR="91440" marT="45720" marB="45720" anchor="ctr">
                    <a:lnL w="5715">
                      <a:solidFill>
                        <a:srgbClr val="D8D5CD"/>
                      </a:solidFill>
                      <a:prstDash val="solid"/>
                    </a:lnL>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3</a:t>
                      </a:r>
                    </a:p>
                  </a:txBody>
                  <a:tcPr marL="91440" marR="91440" marT="45720" marB="45720" anchor="ctr">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3</a:t>
                      </a:r>
                    </a:p>
                  </a:txBody>
                  <a:tcPr marL="91440" marR="91440" marT="45720" marB="45720" anchor="ctr">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71.3</a:t>
                      </a:r>
                    </a:p>
                  </a:txBody>
                  <a:tcPr marL="91440" marR="91440" marT="45720" marB="45720" anchor="ctr">
                    <a:lnR w="5715">
                      <a:solidFill>
                        <a:srgbClr val="D8D5CD"/>
                      </a:solidFill>
                      <a:prstDash val="solid"/>
                    </a:lnR>
                    <a:lnB w="5715">
                      <a:solidFill>
                        <a:srgbClr val="D8D5CD"/>
                      </a:solidFill>
                      <a:prstDash val="solid"/>
                    </a:lnB>
                    <a:solidFill>
                      <a:srgbClr val="F7F6F2"/>
                    </a:solidFill>
                  </a:tcPr>
                </a:tc>
              </a:tr>
              <a:tr h="433388">
                <a:tc>
                  <a:txBody>
                    <a:bodyPr lIns="95250" tIns="38100" rIns="38100" bIns="38100">
                      <a:noAutofit/>
                    </a:bodyPr>
                    <a:lstStyle/>
                    <a:p>
                      <a:pPr algn="l"/>
                      <a:r>
                        <a:rPr sz="1800" b="0">
                          <a:solidFill>
                            <a:srgbClr val="1B1A17"/>
                          </a:solidFill>
                          <a:latin typeface="Arial"/>
                          <a:ea typeface="Arial"/>
                          <a:cs typeface="Arial"/>
                        </a:rPr>
                        <a:t>BOS Boston</a:t>
                      </a:r>
                    </a:p>
                  </a:txBody>
                  <a:tcPr marL="91440" marR="91440" marT="45720" marB="45720" anchor="ctr">
                    <a:lnL w="5715">
                      <a:solidFill>
                        <a:srgbClr val="D8D5CD"/>
                      </a:solidFill>
                      <a:prstDash val="solid"/>
                    </a:lnL>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1</a:t>
                      </a:r>
                    </a:p>
                  </a:txBody>
                  <a:tcPr marL="91440" marR="91440" marT="45720" marB="45720" anchor="ctr">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4</a:t>
                      </a:r>
                    </a:p>
                  </a:txBody>
                  <a:tcPr marL="91440" marR="91440" marT="45720" marB="45720" anchor="ctr">
                    <a:lnR w="5715">
                      <a:solidFill>
                        <a:srgbClr val="D8D5CD"/>
                      </a:solidFill>
                      <a:prstDash val="solid"/>
                    </a:lnR>
                    <a:lnB w="5715">
                      <a:solidFill>
                        <a:srgbClr val="D8D5CD"/>
                      </a:solidFill>
                      <a:prstDash val="solid"/>
                    </a:lnB>
                    <a:solidFill>
                      <a:srgbClr val="F7F6F2"/>
                    </a:solidFill>
                  </a:tcPr>
                </a:tc>
                <a:tc>
                  <a:txBody>
                    <a:bodyPr lIns="38100" tIns="38100" rIns="38100" bIns="38100">
                      <a:noAutofit/>
                    </a:bodyPr>
                    <a:lstStyle/>
                    <a:p>
                      <a:pPr algn="ctr"/>
                      <a:r>
                        <a:rPr sz="1800" b="0">
                          <a:solidFill>
                            <a:srgbClr val="1B1A17"/>
                          </a:solidFill>
                          <a:latin typeface="Arial"/>
                          <a:ea typeface="Arial"/>
                          <a:cs typeface="Arial"/>
                        </a:rPr>
                        <a:t>66.4</a:t>
                      </a:r>
                    </a:p>
                  </a:txBody>
                  <a:tcPr marL="91440" marR="91440" marT="45720" marB="45720" anchor="ctr">
                    <a:lnR w="5715">
                      <a:solidFill>
                        <a:srgbClr val="D8D5CD"/>
                      </a:solidFill>
                      <a:prstDash val="solid"/>
                    </a:lnR>
                    <a:lnB w="5715">
                      <a:solidFill>
                        <a:srgbClr val="D8D5CD"/>
                      </a:solidFill>
                      <a:prstDash val="solid"/>
                    </a:lnB>
                    <a:solidFill>
                      <a:srgbClr val="F7F6F2"/>
                    </a:solidFill>
                  </a:tcPr>
                </a:tc>
              </a:tr>
            </a:tbl>
          </a:graphicData>
        </a:graphic>
      </p:graphicFrame>
      <p:sp>
        <p:nvSpPr>
          <p:cNvPr id="8" name="text-61">
            <a:extLst xmlns:a="http://schemas.openxmlformats.org/drawingml/2006/main">
              <a:ext uri="{FF2B5EF4-FFF2-40B4-BE49-F238E27FC236}">
                <a16:creationId xmlns:a16="http://schemas.microsoft.com/office/drawing/2014/main" id="{08472F4F-4FA0-4AB7-98E0-A5F46CBF8140}"/>
              </a:ext>
            </a:extLst>
          </p:cNvPr>
          <p:cNvSpPr>
            <a:spLocks xmlns:a="http://schemas.openxmlformats.org/drawingml/2006/main" noGrp="1"/>
          </p:cNvSpPr>
          <p:nvPr/>
        </p:nvSpPr>
        <p:spPr>
          <a:xfrm xmlns:a="http://schemas.openxmlformats.org/drawingml/2006/main">
            <a:off x="609600" y="573405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45E"/>
                </a:solidFill>
                <a:latin typeface="Arial"/>
                <a:ea typeface="Arial"/>
                <a:cs typeface="Arial"/>
              </a:defRPr>
            </a:defPPr>
            <a:lvl1pPr algn="l">
              <a:defRPr sz="1425" b="0">
                <a:solidFill>
                  <a:srgbClr val="66645E"/>
                </a:solidFill>
                <a:latin typeface="Arial"/>
                <a:ea typeface="Arial"/>
                <a:cs typeface="Arial"/>
              </a:defRPr>
            </a:lvl1pPr>
            <a:lvl2pPr algn="l">
              <a:defRPr sz="1425" b="0">
                <a:solidFill>
                  <a:srgbClr val="66645E"/>
                </a:solidFill>
                <a:latin typeface="Arial"/>
                <a:ea typeface="Arial"/>
                <a:cs typeface="Arial"/>
              </a:defRPr>
            </a:lvl2pPr>
            <a:lvl3pPr algn="l">
              <a:defRPr sz="1425" b="0">
                <a:solidFill>
                  <a:srgbClr val="66645E"/>
                </a:solidFill>
                <a:latin typeface="Arial"/>
                <a:ea typeface="Arial"/>
                <a:cs typeface="Arial"/>
              </a:defRPr>
            </a:lvl3pPr>
            <a:lvl4pPr algn="l">
              <a:defRPr sz="1425" b="0">
                <a:solidFill>
                  <a:srgbClr val="66645E"/>
                </a:solidFill>
                <a:latin typeface="Arial"/>
                <a:ea typeface="Arial"/>
                <a:cs typeface="Arial"/>
              </a:defRPr>
            </a:lvl4pPr>
            <a:lvl5pPr algn="l">
              <a:defRPr sz="1425" b="0">
                <a:solidFill>
                  <a:srgbClr val="66645E"/>
                </a:solidFill>
                <a:latin typeface="Arial"/>
                <a:ea typeface="Arial"/>
                <a:cs typeface="Arial"/>
              </a:defRPr>
            </a:lvl5pPr>
            <a:lvl6pPr algn="l">
              <a:defRPr sz="1425" b="0">
                <a:solidFill>
                  <a:srgbClr val="66645E"/>
                </a:solidFill>
                <a:latin typeface="Arial"/>
                <a:ea typeface="Arial"/>
                <a:cs typeface="Arial"/>
              </a:defRPr>
            </a:lvl6pPr>
            <a:lvl7pPr algn="l">
              <a:defRPr sz="1425" b="0">
                <a:solidFill>
                  <a:srgbClr val="66645E"/>
                </a:solidFill>
                <a:latin typeface="Arial"/>
                <a:ea typeface="Arial"/>
                <a:cs typeface="Arial"/>
              </a:defRPr>
            </a:lvl7pPr>
            <a:lvl8pPr algn="l">
              <a:defRPr sz="1425" b="0">
                <a:solidFill>
                  <a:srgbClr val="66645E"/>
                </a:solidFill>
                <a:latin typeface="Arial"/>
                <a:ea typeface="Arial"/>
                <a:cs typeface="Arial"/>
              </a:defRPr>
            </a:lvl8pPr>
            <a:lvl9pPr algn="l">
              <a:defRPr sz="1425" b="0">
                <a:solidFill>
                  <a:srgbClr val="66645E"/>
                </a:solidFill>
                <a:latin typeface="Arial"/>
                <a:ea typeface="Arial"/>
                <a:cs typeface="Arial"/>
              </a:defRPr>
            </a:lvl9pPr>
          </a:lstStyle>
          <a:p xmlns:a="http://schemas.openxmlformats.org/drawingml/2006/main">
            <a:pPr algn="l">
              <a:defRPr sz="1425" b="0">
                <a:solidFill>
                  <a:srgbClr val="66645E"/>
                </a:solidFill>
                <a:latin typeface="Arial"/>
                <a:ea typeface="Arial"/>
                <a:cs typeface="Arial"/>
              </a:defRPr>
            </a:pPr>
            <a:r>
              <a:rPr sz="1425" b="0">
                <a:solidFill>
                  <a:srgbClr val="66645E"/>
                </a:solidFill>
                <a:latin typeface="Arial"/>
                <a:ea typeface="Arial"/>
                <a:cs typeface="Arial"/>
              </a:rPr>
              <a:t>Growth weight: 0.35 to 0.70 before normalization.</a:t>
            </a:r>
          </a:p>
          <a:p xmlns:a="http://schemas.openxmlformats.org/drawingml/2006/main">
            <a:pPr algn="l">
              <a:defRPr sz="1425" b="0">
                <a:solidFill>
                  <a:srgbClr val="66645E"/>
                </a:solidFill>
                <a:latin typeface="Arial"/>
                <a:ea typeface="Arial"/>
                <a:cs typeface="Arial"/>
              </a:defRPr>
            </a:pPr>
            <a:r>
              <a:rPr sz="1425" b="0">
                <a:solidFill>
                  <a:srgbClr val="66645E"/>
                </a:solidFill>
                <a:latin typeface="Arial"/>
                <a:ea typeface="Arial"/>
                <a:cs typeface="Arial"/>
              </a:rPr>
              <a:t>The six-state scope stays the same.</a:t>
            </a:r>
          </a:p>
        </p:txBody>
      </p:sp>
      <p:sp>
        <p:nvSpPr>
          <p:cNvPr id="9" name="text-62">
            <a:extLst xmlns:a="http://schemas.openxmlformats.org/drawingml/2006/main">
              <a:ext uri="{FF2B5EF4-FFF2-40B4-BE49-F238E27FC236}">
                <a16:creationId xmlns:a16="http://schemas.microsoft.com/office/drawing/2014/main" id="{66E671B8-6A10-4C2D-B2CF-B256D28EC841}"/>
              </a:ext>
            </a:extLst>
          </p:cNvPr>
          <p:cNvSpPr>
            <a:spLocks xmlns:a="http://schemas.openxmlformats.org/drawingml/2006/main" noGrp="1"/>
          </p:cNvSpPr>
          <p:nvPr/>
        </p:nvSpPr>
        <p:spPr>
          <a:xfrm xmlns:a="http://schemas.openxmlformats.org/drawingml/2006/main">
            <a:off x="609600" y="6257925"/>
            <a:ext cx="657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6645E"/>
                </a:solidFill>
                <a:latin typeface="Arial"/>
                <a:ea typeface="Arial"/>
                <a:cs typeface="Arial"/>
              </a:defRPr>
            </a:defPPr>
            <a:lvl1pPr algn="l">
              <a:defRPr sz="1200" b="0">
                <a:solidFill>
                  <a:srgbClr val="66645E"/>
                </a:solidFill>
                <a:latin typeface="Arial"/>
                <a:ea typeface="Arial"/>
                <a:cs typeface="Arial"/>
              </a:defRPr>
            </a:lvl1pPr>
            <a:lvl2pPr algn="l">
              <a:defRPr sz="1200" b="0">
                <a:solidFill>
                  <a:srgbClr val="66645E"/>
                </a:solidFill>
                <a:latin typeface="Arial"/>
                <a:ea typeface="Arial"/>
                <a:cs typeface="Arial"/>
              </a:defRPr>
            </a:lvl2pPr>
            <a:lvl3pPr algn="l">
              <a:defRPr sz="1200" b="0">
                <a:solidFill>
                  <a:srgbClr val="66645E"/>
                </a:solidFill>
                <a:latin typeface="Arial"/>
                <a:ea typeface="Arial"/>
                <a:cs typeface="Arial"/>
              </a:defRPr>
            </a:lvl3pPr>
            <a:lvl4pPr algn="l">
              <a:defRPr sz="1200" b="0">
                <a:solidFill>
                  <a:srgbClr val="66645E"/>
                </a:solidFill>
                <a:latin typeface="Arial"/>
                <a:ea typeface="Arial"/>
                <a:cs typeface="Arial"/>
              </a:defRPr>
            </a:lvl4pPr>
            <a:lvl5pPr algn="l">
              <a:defRPr sz="1200" b="0">
                <a:solidFill>
                  <a:srgbClr val="66645E"/>
                </a:solidFill>
                <a:latin typeface="Arial"/>
                <a:ea typeface="Arial"/>
                <a:cs typeface="Arial"/>
              </a:defRPr>
            </a:lvl5pPr>
            <a:lvl6pPr algn="l">
              <a:defRPr sz="1200" b="0">
                <a:solidFill>
                  <a:srgbClr val="66645E"/>
                </a:solidFill>
                <a:latin typeface="Arial"/>
                <a:ea typeface="Arial"/>
                <a:cs typeface="Arial"/>
              </a:defRPr>
            </a:lvl6pPr>
            <a:lvl7pPr algn="l">
              <a:defRPr sz="1200" b="0">
                <a:solidFill>
                  <a:srgbClr val="66645E"/>
                </a:solidFill>
                <a:latin typeface="Arial"/>
                <a:ea typeface="Arial"/>
                <a:cs typeface="Arial"/>
              </a:defRPr>
            </a:lvl7pPr>
            <a:lvl8pPr algn="l">
              <a:defRPr sz="1200" b="0">
                <a:solidFill>
                  <a:srgbClr val="66645E"/>
                </a:solidFill>
                <a:latin typeface="Arial"/>
                <a:ea typeface="Arial"/>
                <a:cs typeface="Arial"/>
              </a:defRPr>
            </a:lvl8pPr>
            <a:lvl9pPr algn="l">
              <a:defRPr sz="1200" b="0">
                <a:solidFill>
                  <a:srgbClr val="66645E"/>
                </a:solidFill>
                <a:latin typeface="Arial"/>
                <a:ea typeface="Arial"/>
                <a:cs typeface="Arial"/>
              </a:defRPr>
            </a:lvl9pPr>
          </a:lstStyle>
          <a:p xmlns:a="http://schemas.openxmlformats.org/drawingml/2006/main">
            <a:pPr algn="l">
              <a:defRPr sz="1200" b="0">
                <a:solidFill>
                  <a:srgbClr val="66645E"/>
                </a:solidFill>
                <a:latin typeface="Arial"/>
                <a:ea typeface="Arial"/>
                <a:cs typeface="Arial"/>
              </a:defRPr>
            </a:pPr>
            <a:r>
              <a:rPr sz="1200" b="0">
                <a:solidFill>
                  <a:srgbClr val="66645E"/>
                </a:solidFill>
                <a:latin typeface="Arial"/>
                <a:ea typeface="Arial"/>
                <a:cs typeface="Arial"/>
              </a:rPr>
              <a:t>*HVN is provisional: 5 of 7 metrics measured.</a:t>
            </a:r>
          </a:p>
        </p:txBody>
      </p:sp>
      <p:sp>
        <p:nvSpPr>
          <p:cNvPr id="10" name="text-63">
            <a:extLst xmlns:a="http://schemas.openxmlformats.org/drawingml/2006/main">
              <a:ext uri="{FF2B5EF4-FFF2-40B4-BE49-F238E27FC236}">
                <a16:creationId xmlns:a16="http://schemas.microsoft.com/office/drawing/2014/main" id="{4901D6B3-C952-4787-AAEB-DE048EA16241}"/>
              </a:ext>
            </a:extLst>
          </p:cNvPr>
          <p:cNvSpPr>
            <a:spLocks xmlns:a="http://schemas.openxmlformats.org/drawingml/2006/main" noGrp="1"/>
          </p:cNvSpPr>
          <p:nvPr/>
        </p:nvSpPr>
        <p:spPr>
          <a:xfrm xmlns:a="http://schemas.openxmlformats.org/drawingml/2006/main">
            <a:off x="8096250" y="1905000"/>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66645E"/>
                </a:solidFill>
                <a:latin typeface="Arial"/>
                <a:ea typeface="Arial"/>
                <a:cs typeface="Arial"/>
              </a:defRPr>
            </a:defPPr>
            <a:lvl1pPr algn="l">
              <a:defRPr sz="1125" b="1">
                <a:solidFill>
                  <a:srgbClr val="66645E"/>
                </a:solidFill>
                <a:latin typeface="Arial"/>
                <a:ea typeface="Arial"/>
                <a:cs typeface="Arial"/>
              </a:defRPr>
            </a:lvl1pPr>
            <a:lvl2pPr algn="l">
              <a:defRPr sz="1125" b="1">
                <a:solidFill>
                  <a:srgbClr val="66645E"/>
                </a:solidFill>
                <a:latin typeface="Arial"/>
                <a:ea typeface="Arial"/>
                <a:cs typeface="Arial"/>
              </a:defRPr>
            </a:lvl2pPr>
            <a:lvl3pPr algn="l">
              <a:defRPr sz="1125" b="1">
                <a:solidFill>
                  <a:srgbClr val="66645E"/>
                </a:solidFill>
                <a:latin typeface="Arial"/>
                <a:ea typeface="Arial"/>
                <a:cs typeface="Arial"/>
              </a:defRPr>
            </a:lvl3pPr>
            <a:lvl4pPr algn="l">
              <a:defRPr sz="1125" b="1">
                <a:solidFill>
                  <a:srgbClr val="66645E"/>
                </a:solidFill>
                <a:latin typeface="Arial"/>
                <a:ea typeface="Arial"/>
                <a:cs typeface="Arial"/>
              </a:defRPr>
            </a:lvl4pPr>
            <a:lvl5pPr algn="l">
              <a:defRPr sz="1125" b="1">
                <a:solidFill>
                  <a:srgbClr val="66645E"/>
                </a:solidFill>
                <a:latin typeface="Arial"/>
                <a:ea typeface="Arial"/>
                <a:cs typeface="Arial"/>
              </a:defRPr>
            </a:lvl5pPr>
            <a:lvl6pPr algn="l">
              <a:defRPr sz="1125" b="1">
                <a:solidFill>
                  <a:srgbClr val="66645E"/>
                </a:solidFill>
                <a:latin typeface="Arial"/>
                <a:ea typeface="Arial"/>
                <a:cs typeface="Arial"/>
              </a:defRPr>
            </a:lvl6pPr>
            <a:lvl7pPr algn="l">
              <a:defRPr sz="1125" b="1">
                <a:solidFill>
                  <a:srgbClr val="66645E"/>
                </a:solidFill>
                <a:latin typeface="Arial"/>
                <a:ea typeface="Arial"/>
                <a:cs typeface="Arial"/>
              </a:defRPr>
            </a:lvl7pPr>
            <a:lvl8pPr algn="l">
              <a:defRPr sz="1125" b="1">
                <a:solidFill>
                  <a:srgbClr val="66645E"/>
                </a:solidFill>
                <a:latin typeface="Arial"/>
                <a:ea typeface="Arial"/>
                <a:cs typeface="Arial"/>
              </a:defRPr>
            </a:lvl8pPr>
            <a:lvl9pPr algn="l">
              <a:defRPr sz="1125" b="1">
                <a:solidFill>
                  <a:srgbClr val="66645E"/>
                </a:solidFill>
                <a:latin typeface="Arial"/>
                <a:ea typeface="Arial"/>
                <a:cs typeface="Arial"/>
              </a:defRPr>
            </a:lvl9pPr>
          </a:lstStyle>
          <a:p xmlns:a="http://schemas.openxmlformats.org/drawingml/2006/main">
            <a:pPr algn="l">
              <a:defRPr sz="1125" b="1">
                <a:solidFill>
                  <a:srgbClr val="66645E"/>
                </a:solidFill>
                <a:latin typeface="Arial"/>
                <a:ea typeface="Arial"/>
                <a:cs typeface="Arial"/>
              </a:defRPr>
            </a:pPr>
            <a:r>
              <a:rPr sz="1125" b="1">
                <a:solidFill>
                  <a:srgbClr val="66645E"/>
                </a:solidFill>
                <a:latin typeface="Arial"/>
                <a:ea typeface="Arial"/>
                <a:cs typeface="Arial"/>
              </a:rPr>
              <a:t>ANCHORAGE / ACTUAL TOOL EVIDENCE</a:t>
            </a:r>
          </a:p>
        </p:txBody>
      </p:sp>
      <p:pic>
        <p:nvPicPr>
          <p:cNvPr id="11" name="">
            <a:extLst xmlns:a="http://schemas.openxmlformats.org/drawingml/2006/main">
              <a:ext uri="{FF2B5EF4-FFF2-40B4-BE49-F238E27FC236}">
                <a16:creationId xmlns:a16="http://schemas.microsoft.com/office/drawing/2014/main" id="{5E8CCEF5-2F3C-4A04-94B1-4D923EB96D41}"/>
              </a:ext>
            </a:extLst>
          </p:cNvPr>
          <p:cNvPicPr>
            <a:picLocks xmlns:a="http://schemas.openxmlformats.org/drawingml/2006/main" noChangeAspect="1"/>
          </p:cNvPicPr>
          <p:nvPr/>
        </p:nvPicPr>
        <p:blipFill>
          <a:blip xmlns:r="http://schemas.openxmlformats.org/officeDocument/2006/relationships" xmlns:a="http://schemas.openxmlformats.org/drawingml/2006/main" r:embed="R3e44ac21740a4411"/>
          <a:srcRect xmlns:a="http://schemas.openxmlformats.org/drawingml/2006/main" l="73700" t="27000" r="1400" b="41000"/>
          <a:stretch xmlns:a="http://schemas.openxmlformats.org/drawingml/2006/main"/>
        </p:blipFill>
        <p:spPr>
          <a:xfrm xmlns:a="http://schemas.openxmlformats.org/drawingml/2006/main">
            <a:off x="8096250" y="2305050"/>
            <a:ext cx="3476625" cy="2792473"/>
          </a:xfrm>
          <a:prstGeom xmlns:a="http://schemas.openxmlformats.org/drawingml/2006/main" prst="rect">
            <a:avLst/>
          </a:prstGeom>
        </p:spPr>
      </p:pic>
      <p:sp>
        <p:nvSpPr>
          <p:cNvPr id="12" name="text-64">
            <a:extLst xmlns:a="http://schemas.openxmlformats.org/drawingml/2006/main">
              <a:ext uri="{FF2B5EF4-FFF2-40B4-BE49-F238E27FC236}">
                <a16:creationId xmlns:a16="http://schemas.microsoft.com/office/drawing/2014/main" id="{21B12182-82D7-4768-8E31-1AEF7BE23450}"/>
              </a:ext>
            </a:extLst>
          </p:cNvPr>
          <p:cNvSpPr>
            <a:spLocks xmlns:a="http://schemas.openxmlformats.org/drawingml/2006/main" noGrp="1"/>
          </p:cNvSpPr>
          <p:nvPr/>
        </p:nvSpPr>
        <p:spPr>
          <a:xfrm xmlns:a="http://schemas.openxmlformats.org/drawingml/2006/main">
            <a:off x="8096250" y="5305425"/>
            <a:ext cx="161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1B1A17"/>
                </a:solidFill>
                <a:latin typeface="Arial"/>
                <a:ea typeface="Arial"/>
                <a:cs typeface="Arial"/>
              </a:defRPr>
            </a:defPPr>
            <a:lvl1pPr algn="l">
              <a:defRPr sz="4875" b="1">
                <a:solidFill>
                  <a:srgbClr val="1B1A17"/>
                </a:solidFill>
                <a:latin typeface="Arial"/>
                <a:ea typeface="Arial"/>
                <a:cs typeface="Arial"/>
              </a:defRPr>
            </a:lvl1pPr>
            <a:lvl2pPr algn="l">
              <a:defRPr sz="4875" b="1">
                <a:solidFill>
                  <a:srgbClr val="1B1A17"/>
                </a:solidFill>
                <a:latin typeface="Arial"/>
                <a:ea typeface="Arial"/>
                <a:cs typeface="Arial"/>
              </a:defRPr>
            </a:lvl2pPr>
            <a:lvl3pPr algn="l">
              <a:defRPr sz="4875" b="1">
                <a:solidFill>
                  <a:srgbClr val="1B1A17"/>
                </a:solidFill>
                <a:latin typeface="Arial"/>
                <a:ea typeface="Arial"/>
                <a:cs typeface="Arial"/>
              </a:defRPr>
            </a:lvl3pPr>
            <a:lvl4pPr algn="l">
              <a:defRPr sz="4875" b="1">
                <a:solidFill>
                  <a:srgbClr val="1B1A17"/>
                </a:solidFill>
                <a:latin typeface="Arial"/>
                <a:ea typeface="Arial"/>
                <a:cs typeface="Arial"/>
              </a:defRPr>
            </a:lvl4pPr>
            <a:lvl5pPr algn="l">
              <a:defRPr sz="4875" b="1">
                <a:solidFill>
                  <a:srgbClr val="1B1A17"/>
                </a:solidFill>
                <a:latin typeface="Arial"/>
                <a:ea typeface="Arial"/>
                <a:cs typeface="Arial"/>
              </a:defRPr>
            </a:lvl5pPr>
            <a:lvl6pPr algn="l">
              <a:defRPr sz="4875" b="1">
                <a:solidFill>
                  <a:srgbClr val="1B1A17"/>
                </a:solidFill>
                <a:latin typeface="Arial"/>
                <a:ea typeface="Arial"/>
                <a:cs typeface="Arial"/>
              </a:defRPr>
            </a:lvl6pPr>
            <a:lvl7pPr algn="l">
              <a:defRPr sz="4875" b="1">
                <a:solidFill>
                  <a:srgbClr val="1B1A17"/>
                </a:solidFill>
                <a:latin typeface="Arial"/>
                <a:ea typeface="Arial"/>
                <a:cs typeface="Arial"/>
              </a:defRPr>
            </a:lvl7pPr>
            <a:lvl8pPr algn="l">
              <a:defRPr sz="4875" b="1">
                <a:solidFill>
                  <a:srgbClr val="1B1A17"/>
                </a:solidFill>
                <a:latin typeface="Arial"/>
                <a:ea typeface="Arial"/>
                <a:cs typeface="Arial"/>
              </a:defRPr>
            </a:lvl8pPr>
            <a:lvl9pPr algn="l">
              <a:defRPr sz="4875" b="1">
                <a:solidFill>
                  <a:srgbClr val="1B1A17"/>
                </a:solidFill>
                <a:latin typeface="Arial"/>
                <a:ea typeface="Arial"/>
                <a:cs typeface="Arial"/>
              </a:defRPr>
            </a:lvl9pPr>
          </a:lstStyle>
          <a:p xmlns:a="http://schemas.openxmlformats.org/drawingml/2006/main">
            <a:pPr algn="l">
              <a:defRPr sz="4875" b="1">
                <a:solidFill>
                  <a:srgbClr val="1B1A17"/>
                </a:solidFill>
                <a:latin typeface="Arial"/>
                <a:ea typeface="Arial"/>
                <a:cs typeface="Arial"/>
              </a:defRPr>
            </a:pPr>
            <a:r>
              <a:rPr sz="4875" b="1">
                <a:solidFill>
                  <a:srgbClr val="1B1A17"/>
                </a:solidFill>
                <a:latin typeface="Arial"/>
                <a:ea typeface="Arial"/>
                <a:cs typeface="Arial"/>
              </a:rPr>
              <a:t>2.7%</a:t>
            </a:r>
          </a:p>
        </p:txBody>
      </p:sp>
      <p:sp>
        <p:nvSpPr>
          <p:cNvPr id="13" name="text-65">
            <a:extLst xmlns:a="http://schemas.openxmlformats.org/drawingml/2006/main">
              <a:ext uri="{FF2B5EF4-FFF2-40B4-BE49-F238E27FC236}">
                <a16:creationId xmlns:a16="http://schemas.microsoft.com/office/drawing/2014/main" id="{60237F87-CFAF-4459-89DF-999528BC8D35}"/>
              </a:ext>
            </a:extLst>
          </p:cNvPr>
          <p:cNvSpPr>
            <a:spLocks xmlns:a="http://schemas.openxmlformats.org/drawingml/2006/main" noGrp="1"/>
          </p:cNvSpPr>
          <p:nvPr/>
        </p:nvSpPr>
        <p:spPr>
          <a:xfrm xmlns:a="http://schemas.openxmlformats.org/drawingml/2006/main">
            <a:off x="9906000" y="538162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45E"/>
                </a:solidFill>
                <a:latin typeface="Arial"/>
                <a:ea typeface="Arial"/>
                <a:cs typeface="Arial"/>
              </a:defRPr>
            </a:defPPr>
            <a:lvl1pPr algn="l">
              <a:defRPr sz="1500" b="0">
                <a:solidFill>
                  <a:srgbClr val="66645E"/>
                </a:solidFill>
                <a:latin typeface="Arial"/>
                <a:ea typeface="Arial"/>
                <a:cs typeface="Arial"/>
              </a:defRPr>
            </a:lvl1pPr>
            <a:lvl2pPr algn="l">
              <a:defRPr sz="1500" b="0">
                <a:solidFill>
                  <a:srgbClr val="66645E"/>
                </a:solidFill>
                <a:latin typeface="Arial"/>
                <a:ea typeface="Arial"/>
                <a:cs typeface="Arial"/>
              </a:defRPr>
            </a:lvl2pPr>
            <a:lvl3pPr algn="l">
              <a:defRPr sz="1500" b="0">
                <a:solidFill>
                  <a:srgbClr val="66645E"/>
                </a:solidFill>
                <a:latin typeface="Arial"/>
                <a:ea typeface="Arial"/>
                <a:cs typeface="Arial"/>
              </a:defRPr>
            </a:lvl3pPr>
            <a:lvl4pPr algn="l">
              <a:defRPr sz="1500" b="0">
                <a:solidFill>
                  <a:srgbClr val="66645E"/>
                </a:solidFill>
                <a:latin typeface="Arial"/>
                <a:ea typeface="Arial"/>
                <a:cs typeface="Arial"/>
              </a:defRPr>
            </a:lvl4pPr>
            <a:lvl5pPr algn="l">
              <a:defRPr sz="1500" b="0">
                <a:solidFill>
                  <a:srgbClr val="66645E"/>
                </a:solidFill>
                <a:latin typeface="Arial"/>
                <a:ea typeface="Arial"/>
                <a:cs typeface="Arial"/>
              </a:defRPr>
            </a:lvl5pPr>
            <a:lvl6pPr algn="l">
              <a:defRPr sz="1500" b="0">
                <a:solidFill>
                  <a:srgbClr val="66645E"/>
                </a:solidFill>
                <a:latin typeface="Arial"/>
                <a:ea typeface="Arial"/>
                <a:cs typeface="Arial"/>
              </a:defRPr>
            </a:lvl6pPr>
            <a:lvl7pPr algn="l">
              <a:defRPr sz="1500" b="0">
                <a:solidFill>
                  <a:srgbClr val="66645E"/>
                </a:solidFill>
                <a:latin typeface="Arial"/>
                <a:ea typeface="Arial"/>
                <a:cs typeface="Arial"/>
              </a:defRPr>
            </a:lvl7pPr>
            <a:lvl8pPr algn="l">
              <a:defRPr sz="1500" b="0">
                <a:solidFill>
                  <a:srgbClr val="66645E"/>
                </a:solidFill>
                <a:latin typeface="Arial"/>
                <a:ea typeface="Arial"/>
                <a:cs typeface="Arial"/>
              </a:defRPr>
            </a:lvl8pPr>
            <a:lvl9pPr algn="l">
              <a:defRPr sz="1500" b="0">
                <a:solidFill>
                  <a:srgbClr val="66645E"/>
                </a:solidFill>
                <a:latin typeface="Arial"/>
                <a:ea typeface="Arial"/>
                <a:cs typeface="Arial"/>
              </a:defRPr>
            </a:lvl9pPr>
          </a:lstStyle>
          <a:p xmlns:a="http://schemas.openxmlformats.org/drawingml/2006/main">
            <a:pPr algn="l">
              <a:defRPr sz="1500" b="0">
                <a:solidFill>
                  <a:srgbClr val="66645E"/>
                </a:solidFill>
                <a:latin typeface="Arial"/>
                <a:ea typeface="Arial"/>
                <a:cs typeface="Arial"/>
              </a:defRPr>
            </a:pPr>
            <a:r>
              <a:rPr sz="1500" b="0">
                <a:solidFill>
                  <a:srgbClr val="66645E"/>
                </a:solidFill>
                <a:latin typeface="Arial"/>
                <a:ea typeface="Arial"/>
                <a:cs typeface="Arial"/>
              </a:rPr>
              <a:t>Passenger flights</a:t>
            </a:r>
          </a:p>
          <a:p xmlns:a="http://schemas.openxmlformats.org/drawingml/2006/main">
            <a:pPr algn="l">
              <a:defRPr sz="1500" b="0">
                <a:solidFill>
                  <a:srgbClr val="66645E"/>
                </a:solidFill>
                <a:latin typeface="Arial"/>
                <a:ea typeface="Arial"/>
                <a:cs typeface="Arial"/>
              </a:defRPr>
            </a:pPr>
            <a:r>
              <a:rPr sz="1500" b="0">
                <a:solidFill>
                  <a:srgbClr val="66645E"/>
                </a:solidFill>
                <a:latin typeface="Arial"/>
                <a:ea typeface="Arial"/>
                <a:cs typeface="Arial"/>
              </a:rPr>
              <a:t>(class F)</a:t>
            </a:r>
          </a:p>
        </p:txBody>
      </p:sp>
      <p:sp>
        <p:nvSpPr>
          <p:cNvPr id="14" name="text-66">
            <a:extLst xmlns:a="http://schemas.openxmlformats.org/drawingml/2006/main">
              <a:ext uri="{FF2B5EF4-FFF2-40B4-BE49-F238E27FC236}">
                <a16:creationId xmlns:a16="http://schemas.microsoft.com/office/drawing/2014/main" id="{3194ED78-C065-4C18-93B7-5339DC598BC6}"/>
              </a:ext>
            </a:extLst>
          </p:cNvPr>
          <p:cNvSpPr>
            <a:spLocks xmlns:a="http://schemas.openxmlformats.org/drawingml/2006/main" noGrp="1"/>
          </p:cNvSpPr>
          <p:nvPr/>
        </p:nvSpPr>
        <p:spPr>
          <a:xfrm xmlns:a="http://schemas.openxmlformats.org/drawingml/2006/main">
            <a:off x="8096250" y="6181725"/>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6645E"/>
                </a:solidFill>
                <a:latin typeface="Arial"/>
                <a:ea typeface="Arial"/>
                <a:cs typeface="Arial"/>
              </a:defRPr>
            </a:defPPr>
            <a:lvl1pPr algn="l">
              <a:defRPr sz="1200" b="0">
                <a:solidFill>
                  <a:srgbClr val="66645E"/>
                </a:solidFill>
                <a:latin typeface="Arial"/>
                <a:ea typeface="Arial"/>
                <a:cs typeface="Arial"/>
              </a:defRPr>
            </a:lvl1pPr>
            <a:lvl2pPr algn="l">
              <a:defRPr sz="1200" b="0">
                <a:solidFill>
                  <a:srgbClr val="66645E"/>
                </a:solidFill>
                <a:latin typeface="Arial"/>
                <a:ea typeface="Arial"/>
                <a:cs typeface="Arial"/>
              </a:defRPr>
            </a:lvl2pPr>
            <a:lvl3pPr algn="l">
              <a:defRPr sz="1200" b="0">
                <a:solidFill>
                  <a:srgbClr val="66645E"/>
                </a:solidFill>
                <a:latin typeface="Arial"/>
                <a:ea typeface="Arial"/>
                <a:cs typeface="Arial"/>
              </a:defRPr>
            </a:lvl3pPr>
            <a:lvl4pPr algn="l">
              <a:defRPr sz="1200" b="0">
                <a:solidFill>
                  <a:srgbClr val="66645E"/>
                </a:solidFill>
                <a:latin typeface="Arial"/>
                <a:ea typeface="Arial"/>
                <a:cs typeface="Arial"/>
              </a:defRPr>
            </a:lvl4pPr>
            <a:lvl5pPr algn="l">
              <a:defRPr sz="1200" b="0">
                <a:solidFill>
                  <a:srgbClr val="66645E"/>
                </a:solidFill>
                <a:latin typeface="Arial"/>
                <a:ea typeface="Arial"/>
                <a:cs typeface="Arial"/>
              </a:defRPr>
            </a:lvl5pPr>
            <a:lvl6pPr algn="l">
              <a:defRPr sz="1200" b="0">
                <a:solidFill>
                  <a:srgbClr val="66645E"/>
                </a:solidFill>
                <a:latin typeface="Arial"/>
                <a:ea typeface="Arial"/>
                <a:cs typeface="Arial"/>
              </a:defRPr>
            </a:lvl6pPr>
            <a:lvl7pPr algn="l">
              <a:defRPr sz="1200" b="0">
                <a:solidFill>
                  <a:srgbClr val="66645E"/>
                </a:solidFill>
                <a:latin typeface="Arial"/>
                <a:ea typeface="Arial"/>
                <a:cs typeface="Arial"/>
              </a:defRPr>
            </a:lvl7pPr>
            <a:lvl8pPr algn="l">
              <a:defRPr sz="1200" b="0">
                <a:solidFill>
                  <a:srgbClr val="66645E"/>
                </a:solidFill>
                <a:latin typeface="Arial"/>
                <a:ea typeface="Arial"/>
                <a:cs typeface="Arial"/>
              </a:defRPr>
            </a:lvl8pPr>
            <a:lvl9pPr algn="l">
              <a:defRPr sz="1200" b="0">
                <a:solidFill>
                  <a:srgbClr val="66645E"/>
                </a:solidFill>
                <a:latin typeface="Arial"/>
                <a:ea typeface="Arial"/>
                <a:cs typeface="Arial"/>
              </a:defRPr>
            </a:lvl9pPr>
          </a:lstStyle>
          <a:p xmlns:a="http://schemas.openxmlformats.org/drawingml/2006/main">
            <a:pPr algn="l">
              <a:defRPr sz="1200" b="0">
                <a:solidFill>
                  <a:srgbClr val="66645E"/>
                </a:solidFill>
                <a:latin typeface="Arial"/>
                <a:ea typeface="Arial"/>
                <a:cs typeface="Arial"/>
              </a:defRPr>
            </a:pPr>
            <a:r>
              <a:rPr sz="1200" b="0">
                <a:solidFill>
                  <a:srgbClr val="66645E"/>
                </a:solidFill>
                <a:latin typeface="Arial"/>
                <a:ea typeface="Arial"/>
                <a:cs typeface="Arial"/>
              </a:rPr>
              <a:t>3,000-mile segments / Aug 2025–Jul 2026</a:t>
            </a:r>
          </a:p>
        </p:txBody>
      </p:sp>
    </p:spTree>
    <p:extLst>
      <p:ext uri="{BB962C8B-B14F-4D97-AF65-F5344CB8AC3E}">
        <p14:creationId xmlns:p14="http://schemas.microsoft.com/office/powerpoint/2010/main" val="187195757"/>
      </p:ext>
    </p:extLst>
  </p:cSld>
</p:sld>
</file>

<file path=ppt/slides/slide5.xml><?xml version="1.0" encoding="utf-8"?>
<p:sld xmlns:a="http://schemas.openxmlformats.org/drawingml/2006/main" xmlns:a16="http://schemas.microsoft.com/office/drawing/2014/main" xmlns:r="http://schemas.openxmlformats.org/officeDocument/2006/relationships" xmlns:p14="http://schemas.microsoft.com/office/powerpoint/2010/main" xmlns:p="http://schemas.openxmlformats.org/presentationml/2006/main">
  <p:cSld>
    <p:bg>
      <p:bgPr>
        <a:solidFill xmlns:a="http://schemas.openxmlformats.org/drawingml/2006/main">
          <a:srgbClr val="181815"/>
        </a:solidFill>
      </p:bgPr>
    </p:bg>
    <p:spTree>
      <p:nvGrpSpPr>
        <p:cNvPr id="1" name=""/>
        <p:cNvGrpSpPr/>
        <p:nvPr/>
      </p:nvGrpSpPr>
      <p:grpSpPr>
        <a:xfrm xmlns:a="http://schemas.openxmlformats.org/drawingml/2006/main"/>
      </p:grpSpPr>
      <p:sp>
        <p:nvSpPr>
          <p:cNvPr id="23" name="text-67">
            <a:extLst xmlns:a="http://schemas.openxmlformats.org/drawingml/2006/main">
              <a:ext uri="{FF2B5EF4-FFF2-40B4-BE49-F238E27FC236}">
                <a16:creationId xmlns:a16="http://schemas.microsoft.com/office/drawing/2014/main" id="{EA137EEE-8200-4092-86FC-8EFD531F15D9}"/>
              </a:ext>
            </a:extLst>
          </p:cNvPr>
          <p:cNvSpPr>
            <a:spLocks xmlns:a="http://schemas.openxmlformats.org/drawingml/2006/main" noGrp="1"/>
          </p:cNvSpPr>
          <p:nvPr/>
        </p:nvSpPr>
        <p:spPr>
          <a:xfrm xmlns:a="http://schemas.openxmlformats.org/drawingml/2006/main">
            <a:off x="609600" y="304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CFCBC2"/>
                </a:solidFill>
                <a:latin typeface="Arial"/>
                <a:ea typeface="Arial"/>
                <a:cs typeface="Arial"/>
              </a:defRPr>
            </a:defPPr>
            <a:lvl1pPr algn="l">
              <a:defRPr sz="1125" b="1">
                <a:solidFill>
                  <a:srgbClr val="CFCBC2"/>
                </a:solidFill>
                <a:latin typeface="Arial"/>
                <a:ea typeface="Arial"/>
                <a:cs typeface="Arial"/>
              </a:defRPr>
            </a:lvl1pPr>
            <a:lvl2pPr algn="l">
              <a:defRPr sz="1125" b="1">
                <a:solidFill>
                  <a:srgbClr val="CFCBC2"/>
                </a:solidFill>
                <a:latin typeface="Arial"/>
                <a:ea typeface="Arial"/>
                <a:cs typeface="Arial"/>
              </a:defRPr>
            </a:lvl2pPr>
            <a:lvl3pPr algn="l">
              <a:defRPr sz="1125" b="1">
                <a:solidFill>
                  <a:srgbClr val="CFCBC2"/>
                </a:solidFill>
                <a:latin typeface="Arial"/>
                <a:ea typeface="Arial"/>
                <a:cs typeface="Arial"/>
              </a:defRPr>
            </a:lvl3pPr>
            <a:lvl4pPr algn="l">
              <a:defRPr sz="1125" b="1">
                <a:solidFill>
                  <a:srgbClr val="CFCBC2"/>
                </a:solidFill>
                <a:latin typeface="Arial"/>
                <a:ea typeface="Arial"/>
                <a:cs typeface="Arial"/>
              </a:defRPr>
            </a:lvl4pPr>
            <a:lvl5pPr algn="l">
              <a:defRPr sz="1125" b="1">
                <a:solidFill>
                  <a:srgbClr val="CFCBC2"/>
                </a:solidFill>
                <a:latin typeface="Arial"/>
                <a:ea typeface="Arial"/>
                <a:cs typeface="Arial"/>
              </a:defRPr>
            </a:lvl5pPr>
            <a:lvl6pPr algn="l">
              <a:defRPr sz="1125" b="1">
                <a:solidFill>
                  <a:srgbClr val="CFCBC2"/>
                </a:solidFill>
                <a:latin typeface="Arial"/>
                <a:ea typeface="Arial"/>
                <a:cs typeface="Arial"/>
              </a:defRPr>
            </a:lvl6pPr>
            <a:lvl7pPr algn="l">
              <a:defRPr sz="1125" b="1">
                <a:solidFill>
                  <a:srgbClr val="CFCBC2"/>
                </a:solidFill>
                <a:latin typeface="Arial"/>
                <a:ea typeface="Arial"/>
                <a:cs typeface="Arial"/>
              </a:defRPr>
            </a:lvl7pPr>
            <a:lvl8pPr algn="l">
              <a:defRPr sz="1125" b="1">
                <a:solidFill>
                  <a:srgbClr val="CFCBC2"/>
                </a:solidFill>
                <a:latin typeface="Arial"/>
                <a:ea typeface="Arial"/>
                <a:cs typeface="Arial"/>
              </a:defRPr>
            </a:lvl8pPr>
            <a:lvl9pPr algn="l">
              <a:defRPr sz="1125" b="1">
                <a:solidFill>
                  <a:srgbClr val="CFCBC2"/>
                </a:solidFill>
                <a:latin typeface="Arial"/>
                <a:ea typeface="Arial"/>
                <a:cs typeface="Arial"/>
              </a:defRPr>
            </a:lvl9pPr>
          </a:lstStyle>
          <a:p xmlns:a="http://schemas.openxmlformats.org/drawingml/2006/main">
            <a:pPr algn="l">
              <a:defRPr sz="1125" b="1">
                <a:solidFill>
                  <a:srgbClr val="CFCBC2"/>
                </a:solidFill>
                <a:latin typeface="Arial"/>
                <a:ea typeface="Arial"/>
                <a:cs typeface="Arial"/>
              </a:defRPr>
            </a:pPr>
            <a:r>
              <a:rPr sz="1125" b="1">
                <a:solidFill>
                  <a:srgbClr val="CFCBC2"/>
                </a:solidFill>
                <a:latin typeface="Arial"/>
                <a:ea typeface="Arial"/>
                <a:cs typeface="Arial"/>
              </a:rPr>
              <a:t>AIRPORT INVESTMENT INTELLIGENCE</a:t>
            </a:r>
          </a:p>
        </p:txBody>
      </p:sp>
      <p:sp>
        <p:nvSpPr>
          <p:cNvPr id="2" name="text-68">
            <a:extLst xmlns:a="http://schemas.openxmlformats.org/drawingml/2006/main">
              <a:ext uri="{FF2B5EF4-FFF2-40B4-BE49-F238E27FC236}">
                <a16:creationId xmlns:a16="http://schemas.microsoft.com/office/drawing/2014/main" id="{30C331BC-47C2-4445-82F1-7AD0393A85D1}"/>
              </a:ext>
            </a:extLst>
          </p:cNvPr>
          <p:cNvSpPr>
            <a:spLocks xmlns:a="http://schemas.openxmlformats.org/drawingml/2006/main" noGrp="1"/>
          </p:cNvSpPr>
          <p:nvPr/>
        </p:nvSpPr>
        <p:spPr>
          <a:xfrm xmlns:a="http://schemas.openxmlformats.org/drawingml/2006/main">
            <a:off x="10810875" y="3048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CFCBC2"/>
                </a:solidFill>
                <a:latin typeface="Arial"/>
                <a:ea typeface="Arial"/>
                <a:cs typeface="Arial"/>
              </a:defRPr>
            </a:defPPr>
            <a:lvl1pPr algn="r">
              <a:defRPr sz="1125" b="0">
                <a:solidFill>
                  <a:srgbClr val="CFCBC2"/>
                </a:solidFill>
                <a:latin typeface="Arial"/>
                <a:ea typeface="Arial"/>
                <a:cs typeface="Arial"/>
              </a:defRPr>
            </a:lvl1pPr>
            <a:lvl2pPr algn="r">
              <a:defRPr sz="1125" b="0">
                <a:solidFill>
                  <a:srgbClr val="CFCBC2"/>
                </a:solidFill>
                <a:latin typeface="Arial"/>
                <a:ea typeface="Arial"/>
                <a:cs typeface="Arial"/>
              </a:defRPr>
            </a:lvl2pPr>
            <a:lvl3pPr algn="r">
              <a:defRPr sz="1125" b="0">
                <a:solidFill>
                  <a:srgbClr val="CFCBC2"/>
                </a:solidFill>
                <a:latin typeface="Arial"/>
                <a:ea typeface="Arial"/>
                <a:cs typeface="Arial"/>
              </a:defRPr>
            </a:lvl3pPr>
            <a:lvl4pPr algn="r">
              <a:defRPr sz="1125" b="0">
                <a:solidFill>
                  <a:srgbClr val="CFCBC2"/>
                </a:solidFill>
                <a:latin typeface="Arial"/>
                <a:ea typeface="Arial"/>
                <a:cs typeface="Arial"/>
              </a:defRPr>
            </a:lvl4pPr>
            <a:lvl5pPr algn="r">
              <a:defRPr sz="1125" b="0">
                <a:solidFill>
                  <a:srgbClr val="CFCBC2"/>
                </a:solidFill>
                <a:latin typeface="Arial"/>
                <a:ea typeface="Arial"/>
                <a:cs typeface="Arial"/>
              </a:defRPr>
            </a:lvl5pPr>
            <a:lvl6pPr algn="r">
              <a:defRPr sz="1125" b="0">
                <a:solidFill>
                  <a:srgbClr val="CFCBC2"/>
                </a:solidFill>
                <a:latin typeface="Arial"/>
                <a:ea typeface="Arial"/>
                <a:cs typeface="Arial"/>
              </a:defRPr>
            </a:lvl6pPr>
            <a:lvl7pPr algn="r">
              <a:defRPr sz="1125" b="0">
                <a:solidFill>
                  <a:srgbClr val="CFCBC2"/>
                </a:solidFill>
                <a:latin typeface="Arial"/>
                <a:ea typeface="Arial"/>
                <a:cs typeface="Arial"/>
              </a:defRPr>
            </a:lvl7pPr>
            <a:lvl8pPr algn="r">
              <a:defRPr sz="1125" b="0">
                <a:solidFill>
                  <a:srgbClr val="CFCBC2"/>
                </a:solidFill>
                <a:latin typeface="Arial"/>
                <a:ea typeface="Arial"/>
                <a:cs typeface="Arial"/>
              </a:defRPr>
            </a:lvl8pPr>
            <a:lvl9pPr algn="r">
              <a:defRPr sz="1125" b="0">
                <a:solidFill>
                  <a:srgbClr val="CFCBC2"/>
                </a:solidFill>
                <a:latin typeface="Arial"/>
                <a:ea typeface="Arial"/>
                <a:cs typeface="Arial"/>
              </a:defRPr>
            </a:lvl9pPr>
          </a:lstStyle>
          <a:p xmlns:a="http://schemas.openxmlformats.org/drawingml/2006/main">
            <a:pPr algn="r">
              <a:defRPr sz="1125" b="0">
                <a:solidFill>
                  <a:srgbClr val="CFCBC2"/>
                </a:solidFill>
                <a:latin typeface="Arial"/>
                <a:ea typeface="Arial"/>
                <a:cs typeface="Arial"/>
              </a:defRPr>
            </a:pPr>
            <a:r>
              <a:rPr sz="1125" b="0">
                <a:solidFill>
                  <a:srgbClr val="CFCBC2"/>
                </a:solidFill>
                <a:latin typeface="Arial"/>
                <a:ea typeface="Arial"/>
                <a:cs typeface="Arial"/>
              </a:rPr>
              <a:t>06 / 06</a:t>
            </a:r>
          </a:p>
        </p:txBody>
      </p:sp>
      <p:sp>
        <p:nvSpPr>
          <p:cNvPr id="3" name="text-69">
            <a:extLst xmlns:a="http://schemas.openxmlformats.org/drawingml/2006/main">
              <a:ext uri="{FF2B5EF4-FFF2-40B4-BE49-F238E27FC236}">
                <a16:creationId xmlns:a16="http://schemas.microsoft.com/office/drawing/2014/main" id="{F9EC2167-253F-45B0-A19E-FE390F8F3A9F}"/>
              </a:ext>
            </a:extLst>
          </p:cNvPr>
          <p:cNvSpPr>
            <a:spLocks xmlns:a="http://schemas.openxmlformats.org/drawingml/2006/main" noGrp="1"/>
          </p:cNvSpPr>
          <p:nvPr/>
        </p:nvSpPr>
        <p:spPr>
          <a:xfrm xmlns:a="http://schemas.openxmlformats.org/drawingml/2006/main">
            <a:off x="609600" y="65913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CFCBC2"/>
                </a:solidFill>
                <a:latin typeface="Arial"/>
                <a:ea typeface="Arial"/>
                <a:cs typeface="Arial"/>
              </a:defRPr>
            </a:defPPr>
            <a:lvl1pPr algn="l">
              <a:defRPr sz="975" b="0">
                <a:solidFill>
                  <a:srgbClr val="CFCBC2"/>
                </a:solidFill>
                <a:latin typeface="Arial"/>
                <a:ea typeface="Arial"/>
                <a:cs typeface="Arial"/>
              </a:defRPr>
            </a:lvl1pPr>
            <a:lvl2pPr algn="l">
              <a:defRPr sz="975" b="0">
                <a:solidFill>
                  <a:srgbClr val="CFCBC2"/>
                </a:solidFill>
                <a:latin typeface="Arial"/>
                <a:ea typeface="Arial"/>
                <a:cs typeface="Arial"/>
              </a:defRPr>
            </a:lvl2pPr>
            <a:lvl3pPr algn="l">
              <a:defRPr sz="975" b="0">
                <a:solidFill>
                  <a:srgbClr val="CFCBC2"/>
                </a:solidFill>
                <a:latin typeface="Arial"/>
                <a:ea typeface="Arial"/>
                <a:cs typeface="Arial"/>
              </a:defRPr>
            </a:lvl3pPr>
            <a:lvl4pPr algn="l">
              <a:defRPr sz="975" b="0">
                <a:solidFill>
                  <a:srgbClr val="CFCBC2"/>
                </a:solidFill>
                <a:latin typeface="Arial"/>
                <a:ea typeface="Arial"/>
                <a:cs typeface="Arial"/>
              </a:defRPr>
            </a:lvl4pPr>
            <a:lvl5pPr algn="l">
              <a:defRPr sz="975" b="0">
                <a:solidFill>
                  <a:srgbClr val="CFCBC2"/>
                </a:solidFill>
                <a:latin typeface="Arial"/>
                <a:ea typeface="Arial"/>
                <a:cs typeface="Arial"/>
              </a:defRPr>
            </a:lvl5pPr>
            <a:lvl6pPr algn="l">
              <a:defRPr sz="975" b="0">
                <a:solidFill>
                  <a:srgbClr val="CFCBC2"/>
                </a:solidFill>
                <a:latin typeface="Arial"/>
                <a:ea typeface="Arial"/>
                <a:cs typeface="Arial"/>
              </a:defRPr>
            </a:lvl6pPr>
            <a:lvl7pPr algn="l">
              <a:defRPr sz="975" b="0">
                <a:solidFill>
                  <a:srgbClr val="CFCBC2"/>
                </a:solidFill>
                <a:latin typeface="Arial"/>
                <a:ea typeface="Arial"/>
                <a:cs typeface="Arial"/>
              </a:defRPr>
            </a:lvl7pPr>
            <a:lvl8pPr algn="l">
              <a:defRPr sz="975" b="0">
                <a:solidFill>
                  <a:srgbClr val="CFCBC2"/>
                </a:solidFill>
                <a:latin typeface="Arial"/>
                <a:ea typeface="Arial"/>
                <a:cs typeface="Arial"/>
              </a:defRPr>
            </a:lvl8pPr>
            <a:lvl9pPr algn="l">
              <a:defRPr sz="975" b="0">
                <a:solidFill>
                  <a:srgbClr val="CFCBC2"/>
                </a:solidFill>
                <a:latin typeface="Arial"/>
                <a:ea typeface="Arial"/>
                <a:cs typeface="Arial"/>
              </a:defRPr>
            </a:lvl9pPr>
          </a:lstStyle>
          <a:p xmlns:a="http://schemas.openxmlformats.org/drawingml/2006/main">
            <a:pPr algn="l">
              <a:defRPr sz="975" b="0">
                <a:solidFill>
                  <a:srgbClr val="CFCBC2"/>
                </a:solidFill>
                <a:latin typeface="Arial"/>
                <a:ea typeface="Arial"/>
                <a:cs typeface="Arial"/>
              </a:defRPr>
            </a:pPr>
            <a:r>
              <a:rPr sz="975" b="0">
                <a:solidFill>
                  <a:srgbClr val="CFCBC2"/>
                </a:solidFill>
                <a:latin typeface="Arial"/>
                <a:ea typeface="Arial"/>
                <a:cs typeface="Arial"/>
              </a:rPr>
              <a:t>SCOPE AND NEXT STEPS</a:t>
            </a:r>
          </a:p>
        </p:txBody>
      </p:sp>
      <p:sp>
        <p:nvSpPr>
          <p:cNvPr id="4" name="closing-title">
            <a:extLst xmlns:a="http://schemas.openxmlformats.org/drawingml/2006/main">
              <a:ext uri="{FF2B5EF4-FFF2-40B4-BE49-F238E27FC236}">
                <a16:creationId xmlns:a16="http://schemas.microsoft.com/office/drawing/2014/main" id="{FC467C0B-24D9-41FB-B8EE-91AC53C7A991}"/>
              </a:ext>
            </a:extLst>
          </p:cNvPr>
          <p:cNvSpPr>
            <a:spLocks xmlns:a="http://schemas.openxmlformats.org/drawingml/2006/main" noGrp="1"/>
          </p:cNvSpPr>
          <p:nvPr/>
        </p:nvSpPr>
        <p:spPr>
          <a:xfrm xmlns:a="http://schemas.openxmlformats.org/drawingml/2006/main">
            <a:off x="609600" y="962025"/>
            <a:ext cx="1028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0">
                <a:solidFill>
                  <a:srgbClr val="F7F6F2"/>
                </a:solidFill>
                <a:latin typeface="Georgia"/>
                <a:ea typeface="Georgia"/>
                <a:cs typeface="Georgia"/>
              </a:defRPr>
            </a:defPPr>
            <a:lvl1pPr algn="l">
              <a:defRPr sz="4125" b="0">
                <a:solidFill>
                  <a:srgbClr val="F7F6F2"/>
                </a:solidFill>
                <a:latin typeface="Georgia"/>
                <a:ea typeface="Georgia"/>
                <a:cs typeface="Georgia"/>
              </a:defRPr>
            </a:lvl1pPr>
            <a:lvl2pPr algn="l">
              <a:defRPr sz="4125" b="0">
                <a:solidFill>
                  <a:srgbClr val="F7F6F2"/>
                </a:solidFill>
                <a:latin typeface="Georgia"/>
                <a:ea typeface="Georgia"/>
                <a:cs typeface="Georgia"/>
              </a:defRPr>
            </a:lvl2pPr>
            <a:lvl3pPr algn="l">
              <a:defRPr sz="4125" b="0">
                <a:solidFill>
                  <a:srgbClr val="F7F6F2"/>
                </a:solidFill>
                <a:latin typeface="Georgia"/>
                <a:ea typeface="Georgia"/>
                <a:cs typeface="Georgia"/>
              </a:defRPr>
            </a:lvl3pPr>
            <a:lvl4pPr algn="l">
              <a:defRPr sz="4125" b="0">
                <a:solidFill>
                  <a:srgbClr val="F7F6F2"/>
                </a:solidFill>
                <a:latin typeface="Georgia"/>
                <a:ea typeface="Georgia"/>
                <a:cs typeface="Georgia"/>
              </a:defRPr>
            </a:lvl4pPr>
            <a:lvl5pPr algn="l">
              <a:defRPr sz="4125" b="0">
                <a:solidFill>
                  <a:srgbClr val="F7F6F2"/>
                </a:solidFill>
                <a:latin typeface="Georgia"/>
                <a:ea typeface="Georgia"/>
                <a:cs typeface="Georgia"/>
              </a:defRPr>
            </a:lvl5pPr>
            <a:lvl6pPr algn="l">
              <a:defRPr sz="4125" b="0">
                <a:solidFill>
                  <a:srgbClr val="F7F6F2"/>
                </a:solidFill>
                <a:latin typeface="Georgia"/>
                <a:ea typeface="Georgia"/>
                <a:cs typeface="Georgia"/>
              </a:defRPr>
            </a:lvl6pPr>
            <a:lvl7pPr algn="l">
              <a:defRPr sz="4125" b="0">
                <a:solidFill>
                  <a:srgbClr val="F7F6F2"/>
                </a:solidFill>
                <a:latin typeface="Georgia"/>
                <a:ea typeface="Georgia"/>
                <a:cs typeface="Georgia"/>
              </a:defRPr>
            </a:lvl7pPr>
            <a:lvl8pPr algn="l">
              <a:defRPr sz="4125" b="0">
                <a:solidFill>
                  <a:srgbClr val="F7F6F2"/>
                </a:solidFill>
                <a:latin typeface="Georgia"/>
                <a:ea typeface="Georgia"/>
                <a:cs typeface="Georgia"/>
              </a:defRPr>
            </a:lvl8pPr>
            <a:lvl9pPr algn="l">
              <a:defRPr sz="4125" b="0">
                <a:solidFill>
                  <a:srgbClr val="F7F6F2"/>
                </a:solidFill>
                <a:latin typeface="Georgia"/>
                <a:ea typeface="Georgia"/>
                <a:cs typeface="Georgia"/>
              </a:defRPr>
            </a:lvl9pPr>
          </a:lstStyle>
          <a:p xmlns:a="http://schemas.openxmlformats.org/drawingml/2006/main">
            <a:pPr algn="l">
              <a:defRPr sz="4125" b="0">
                <a:solidFill>
                  <a:srgbClr val="F7F6F2"/>
                </a:solidFill>
                <a:latin typeface="Georgia"/>
                <a:ea typeface="Georgia"/>
                <a:cs typeface="Georgia"/>
              </a:defRPr>
            </a:pPr>
            <a:r>
              <a:rPr sz="4125" b="0">
                <a:solidFill>
                  <a:srgbClr val="F7F6F2"/>
                </a:solidFill>
                <a:latin typeface="Georgia"/>
                <a:ea typeface="Georgia"/>
                <a:cs typeface="Georgia"/>
              </a:rPr>
              <a:t>A useful screen,</a:t>
            </a:r>
          </a:p>
          <a:p xmlns:a="http://schemas.openxmlformats.org/drawingml/2006/main">
            <a:pPr algn="l">
              <a:defRPr sz="4125" b="0">
                <a:solidFill>
                  <a:srgbClr val="F7F6F2"/>
                </a:solidFill>
                <a:latin typeface="Georgia"/>
                <a:ea typeface="Georgia"/>
                <a:cs typeface="Georgia"/>
              </a:defRPr>
            </a:pPr>
            <a:r>
              <a:rPr sz="4125" b="0">
                <a:solidFill>
                  <a:srgbClr val="F7F6F2"/>
                </a:solidFill>
                <a:latin typeface="Georgia"/>
                <a:ea typeface="Georgia"/>
                <a:cs typeface="Georgia"/>
              </a:rPr>
              <a:t>with clear limits</a:t>
            </a:r>
          </a:p>
        </p:txBody>
      </p:sp>
      <p:sp>
        <p:nvSpPr>
          <p:cNvPr id="5" name="text-70">
            <a:extLst xmlns:a="http://schemas.openxmlformats.org/drawingml/2006/main">
              <a:ext uri="{FF2B5EF4-FFF2-40B4-BE49-F238E27FC236}">
                <a16:creationId xmlns:a16="http://schemas.microsoft.com/office/drawing/2014/main" id="{E9C4707D-F389-460C-8915-AFF87549AC91}"/>
              </a:ext>
            </a:extLst>
          </p:cNvPr>
          <p:cNvSpPr>
            <a:spLocks xmlns:a="http://schemas.openxmlformats.org/drawingml/2006/main" noGrp="1"/>
          </p:cNvSpPr>
          <p:nvPr/>
        </p:nvSpPr>
        <p:spPr>
          <a:xfrm xmlns:a="http://schemas.openxmlformats.org/drawingml/2006/main">
            <a:off x="609600" y="2638425"/>
            <a:ext cx="738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FCBC2"/>
                </a:solidFill>
                <a:latin typeface="Arial"/>
                <a:ea typeface="Arial"/>
                <a:cs typeface="Arial"/>
              </a:defRPr>
            </a:defPPr>
            <a:lvl1pPr algn="l">
              <a:defRPr sz="1200" b="1">
                <a:solidFill>
                  <a:srgbClr val="CFCBC2"/>
                </a:solidFill>
                <a:latin typeface="Arial"/>
                <a:ea typeface="Arial"/>
                <a:cs typeface="Arial"/>
              </a:defRPr>
            </a:lvl1pPr>
            <a:lvl2pPr algn="l">
              <a:defRPr sz="1200" b="1">
                <a:solidFill>
                  <a:srgbClr val="CFCBC2"/>
                </a:solidFill>
                <a:latin typeface="Arial"/>
                <a:ea typeface="Arial"/>
                <a:cs typeface="Arial"/>
              </a:defRPr>
            </a:lvl2pPr>
            <a:lvl3pPr algn="l">
              <a:defRPr sz="1200" b="1">
                <a:solidFill>
                  <a:srgbClr val="CFCBC2"/>
                </a:solidFill>
                <a:latin typeface="Arial"/>
                <a:ea typeface="Arial"/>
                <a:cs typeface="Arial"/>
              </a:defRPr>
            </a:lvl3pPr>
            <a:lvl4pPr algn="l">
              <a:defRPr sz="1200" b="1">
                <a:solidFill>
                  <a:srgbClr val="CFCBC2"/>
                </a:solidFill>
                <a:latin typeface="Arial"/>
                <a:ea typeface="Arial"/>
                <a:cs typeface="Arial"/>
              </a:defRPr>
            </a:lvl4pPr>
            <a:lvl5pPr algn="l">
              <a:defRPr sz="1200" b="1">
                <a:solidFill>
                  <a:srgbClr val="CFCBC2"/>
                </a:solidFill>
                <a:latin typeface="Arial"/>
                <a:ea typeface="Arial"/>
                <a:cs typeface="Arial"/>
              </a:defRPr>
            </a:lvl5pPr>
            <a:lvl6pPr algn="l">
              <a:defRPr sz="1200" b="1">
                <a:solidFill>
                  <a:srgbClr val="CFCBC2"/>
                </a:solidFill>
                <a:latin typeface="Arial"/>
                <a:ea typeface="Arial"/>
                <a:cs typeface="Arial"/>
              </a:defRPr>
            </a:lvl6pPr>
            <a:lvl7pPr algn="l">
              <a:defRPr sz="1200" b="1">
                <a:solidFill>
                  <a:srgbClr val="CFCBC2"/>
                </a:solidFill>
                <a:latin typeface="Arial"/>
                <a:ea typeface="Arial"/>
                <a:cs typeface="Arial"/>
              </a:defRPr>
            </a:lvl7pPr>
            <a:lvl8pPr algn="l">
              <a:defRPr sz="1200" b="1">
                <a:solidFill>
                  <a:srgbClr val="CFCBC2"/>
                </a:solidFill>
                <a:latin typeface="Arial"/>
                <a:ea typeface="Arial"/>
                <a:cs typeface="Arial"/>
              </a:defRPr>
            </a:lvl8pPr>
            <a:lvl9pPr algn="l">
              <a:defRPr sz="1200" b="1">
                <a:solidFill>
                  <a:srgbClr val="CFCBC2"/>
                </a:solidFill>
                <a:latin typeface="Arial"/>
                <a:ea typeface="Arial"/>
                <a:cs typeface="Arial"/>
              </a:defRPr>
            </a:lvl9pPr>
          </a:lstStyle>
          <a:p xmlns:a="http://schemas.openxmlformats.org/drawingml/2006/main">
            <a:pPr algn="l">
              <a:defRPr sz="1200" b="1">
                <a:solidFill>
                  <a:srgbClr val="CFCBC2"/>
                </a:solidFill>
                <a:latin typeface="Arial"/>
                <a:ea typeface="Arial"/>
                <a:cs typeface="Arial"/>
              </a:defRPr>
            </a:pPr>
            <a:r>
              <a:rPr sz="1200" b="1">
                <a:solidFill>
                  <a:srgbClr val="CFCBC2"/>
                </a:solidFill>
                <a:latin typeface="Arial"/>
                <a:ea typeface="Arial"/>
                <a:cs typeface="Arial"/>
              </a:rPr>
              <a:t>CURRENT LIMIT</a:t>
            </a:r>
          </a:p>
        </p:txBody>
      </p:sp>
      <p:sp>
        <p:nvSpPr>
          <p:cNvPr id="6" name="text-71">
            <a:extLst xmlns:a="http://schemas.openxmlformats.org/drawingml/2006/main">
              <a:ext uri="{FF2B5EF4-FFF2-40B4-BE49-F238E27FC236}">
                <a16:creationId xmlns:a16="http://schemas.microsoft.com/office/drawing/2014/main" id="{E2796EF3-BC9A-4FE8-B014-660E7D88C6C2}"/>
              </a:ext>
            </a:extLst>
          </p:cNvPr>
          <p:cNvSpPr>
            <a:spLocks xmlns:a="http://schemas.openxmlformats.org/drawingml/2006/main" noGrp="1"/>
          </p:cNvSpPr>
          <p:nvPr/>
        </p:nvSpPr>
        <p:spPr>
          <a:xfrm xmlns:a="http://schemas.openxmlformats.org/drawingml/2006/main">
            <a:off x="8715375" y="26384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CFCBC2"/>
                </a:solidFill>
                <a:latin typeface="Arial"/>
                <a:ea typeface="Arial"/>
                <a:cs typeface="Arial"/>
              </a:defRPr>
            </a:defPPr>
            <a:lvl1pPr algn="l">
              <a:defRPr sz="1200" b="1">
                <a:solidFill>
                  <a:srgbClr val="CFCBC2"/>
                </a:solidFill>
                <a:latin typeface="Arial"/>
                <a:ea typeface="Arial"/>
                <a:cs typeface="Arial"/>
              </a:defRPr>
            </a:lvl1pPr>
            <a:lvl2pPr algn="l">
              <a:defRPr sz="1200" b="1">
                <a:solidFill>
                  <a:srgbClr val="CFCBC2"/>
                </a:solidFill>
                <a:latin typeface="Arial"/>
                <a:ea typeface="Arial"/>
                <a:cs typeface="Arial"/>
              </a:defRPr>
            </a:lvl2pPr>
            <a:lvl3pPr algn="l">
              <a:defRPr sz="1200" b="1">
                <a:solidFill>
                  <a:srgbClr val="CFCBC2"/>
                </a:solidFill>
                <a:latin typeface="Arial"/>
                <a:ea typeface="Arial"/>
                <a:cs typeface="Arial"/>
              </a:defRPr>
            </a:lvl3pPr>
            <a:lvl4pPr algn="l">
              <a:defRPr sz="1200" b="1">
                <a:solidFill>
                  <a:srgbClr val="CFCBC2"/>
                </a:solidFill>
                <a:latin typeface="Arial"/>
                <a:ea typeface="Arial"/>
                <a:cs typeface="Arial"/>
              </a:defRPr>
            </a:lvl4pPr>
            <a:lvl5pPr algn="l">
              <a:defRPr sz="1200" b="1">
                <a:solidFill>
                  <a:srgbClr val="CFCBC2"/>
                </a:solidFill>
                <a:latin typeface="Arial"/>
                <a:ea typeface="Arial"/>
                <a:cs typeface="Arial"/>
              </a:defRPr>
            </a:lvl5pPr>
            <a:lvl6pPr algn="l">
              <a:defRPr sz="1200" b="1">
                <a:solidFill>
                  <a:srgbClr val="CFCBC2"/>
                </a:solidFill>
                <a:latin typeface="Arial"/>
                <a:ea typeface="Arial"/>
                <a:cs typeface="Arial"/>
              </a:defRPr>
            </a:lvl6pPr>
            <a:lvl7pPr algn="l">
              <a:defRPr sz="1200" b="1">
                <a:solidFill>
                  <a:srgbClr val="CFCBC2"/>
                </a:solidFill>
                <a:latin typeface="Arial"/>
                <a:ea typeface="Arial"/>
                <a:cs typeface="Arial"/>
              </a:defRPr>
            </a:lvl7pPr>
            <a:lvl8pPr algn="l">
              <a:defRPr sz="1200" b="1">
                <a:solidFill>
                  <a:srgbClr val="CFCBC2"/>
                </a:solidFill>
                <a:latin typeface="Arial"/>
                <a:ea typeface="Arial"/>
                <a:cs typeface="Arial"/>
              </a:defRPr>
            </a:lvl8pPr>
            <a:lvl9pPr algn="l">
              <a:defRPr sz="1200" b="1">
                <a:solidFill>
                  <a:srgbClr val="CFCBC2"/>
                </a:solidFill>
                <a:latin typeface="Arial"/>
                <a:ea typeface="Arial"/>
                <a:cs typeface="Arial"/>
              </a:defRPr>
            </a:lvl9pPr>
          </a:lstStyle>
          <a:p xmlns:a="http://schemas.openxmlformats.org/drawingml/2006/main">
            <a:pPr algn="l">
              <a:defRPr sz="1200" b="1">
                <a:solidFill>
                  <a:srgbClr val="CFCBC2"/>
                </a:solidFill>
                <a:latin typeface="Arial"/>
                <a:ea typeface="Arial"/>
                <a:cs typeface="Arial"/>
              </a:defRPr>
            </a:pPr>
            <a:r>
              <a:rPr sz="1200" b="1">
                <a:solidFill>
                  <a:srgbClr val="CFCBC2"/>
                </a:solidFill>
                <a:latin typeface="Arial"/>
                <a:ea typeface="Arial"/>
                <a:cs typeface="Arial"/>
              </a:rPr>
              <a:t>NEXT STEP</a:t>
            </a:r>
          </a:p>
        </p:txBody>
      </p:sp>
      <p:sp>
        <p:nvSpPr>
          <p:cNvPr id="7" name="divider-72">
            <a:extLst xmlns:a="http://schemas.openxmlformats.org/drawingml/2006/main">
              <a:ext uri="{FF2B5EF4-FFF2-40B4-BE49-F238E27FC236}">
                <a16:creationId xmlns:a16="http://schemas.microsoft.com/office/drawing/2014/main" id="{EA2AA215-57C6-40F9-A416-F4E358409C80}"/>
              </a:ext>
            </a:extLst>
          </p:cNvPr>
          <p:cNvSpPr>
            <a:spLocks xmlns:a="http://schemas.openxmlformats.org/drawingml/2006/main" noGrp="1"/>
          </p:cNvSpPr>
          <p:nvPr/>
        </p:nvSpPr>
        <p:spPr>
          <a:xfrm xmlns:a="http://schemas.openxmlformats.org/drawingml/2006/main">
            <a:off x="609600" y="2914650"/>
            <a:ext cx="10972800" cy="0"/>
          </a:xfrm>
          <a:prstGeom xmlns:a="http://schemas.openxmlformats.org/drawingml/2006/main" prst="line">
            <a:avLst/>
          </a:prstGeom>
          <a:noFill xmlns:a="http://schemas.openxmlformats.org/drawingml/2006/main"/>
          <a:ln xmlns:a="http://schemas.openxmlformats.org/drawingml/2006/main" w="9525">
            <a:solidFill>
              <a:srgbClr val="4B4942"/>
            </a:solidFill>
          </a:ln>
        </p:spPr>
      </p:sp>
      <p:sp>
        <p:nvSpPr>
          <p:cNvPr id="8" name="text-73">
            <a:extLst xmlns:a="http://schemas.openxmlformats.org/drawingml/2006/main">
              <a:ext uri="{FF2B5EF4-FFF2-40B4-BE49-F238E27FC236}">
                <a16:creationId xmlns:a16="http://schemas.microsoft.com/office/drawing/2014/main" id="{33BBC29B-161D-4BFD-B628-2FA442CD78A1}"/>
              </a:ext>
            </a:extLst>
          </p:cNvPr>
          <p:cNvSpPr>
            <a:spLocks xmlns:a="http://schemas.openxmlformats.org/drawingml/2006/main" noGrp="1"/>
          </p:cNvSpPr>
          <p:nvPr/>
        </p:nvSpPr>
        <p:spPr>
          <a:xfrm xmlns:a="http://schemas.openxmlformats.org/drawingml/2006/main">
            <a:off x="609600" y="30384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6F2"/>
                </a:solidFill>
                <a:latin typeface="Arial"/>
                <a:ea typeface="Arial"/>
                <a:cs typeface="Arial"/>
              </a:defRPr>
            </a:defPPr>
            <a:lvl1pPr algn="l">
              <a:defRPr sz="1875" b="1">
                <a:solidFill>
                  <a:srgbClr val="F7F6F2"/>
                </a:solidFill>
                <a:latin typeface="Arial"/>
                <a:ea typeface="Arial"/>
                <a:cs typeface="Arial"/>
              </a:defRPr>
            </a:lvl1pPr>
            <a:lvl2pPr algn="l">
              <a:defRPr sz="1875" b="1">
                <a:solidFill>
                  <a:srgbClr val="F7F6F2"/>
                </a:solidFill>
                <a:latin typeface="Arial"/>
                <a:ea typeface="Arial"/>
                <a:cs typeface="Arial"/>
              </a:defRPr>
            </a:lvl2pPr>
            <a:lvl3pPr algn="l">
              <a:defRPr sz="1875" b="1">
                <a:solidFill>
                  <a:srgbClr val="F7F6F2"/>
                </a:solidFill>
                <a:latin typeface="Arial"/>
                <a:ea typeface="Arial"/>
                <a:cs typeface="Arial"/>
              </a:defRPr>
            </a:lvl3pPr>
            <a:lvl4pPr algn="l">
              <a:defRPr sz="1875" b="1">
                <a:solidFill>
                  <a:srgbClr val="F7F6F2"/>
                </a:solidFill>
                <a:latin typeface="Arial"/>
                <a:ea typeface="Arial"/>
                <a:cs typeface="Arial"/>
              </a:defRPr>
            </a:lvl4pPr>
            <a:lvl5pPr algn="l">
              <a:defRPr sz="1875" b="1">
                <a:solidFill>
                  <a:srgbClr val="F7F6F2"/>
                </a:solidFill>
                <a:latin typeface="Arial"/>
                <a:ea typeface="Arial"/>
                <a:cs typeface="Arial"/>
              </a:defRPr>
            </a:lvl5pPr>
            <a:lvl6pPr algn="l">
              <a:defRPr sz="1875" b="1">
                <a:solidFill>
                  <a:srgbClr val="F7F6F2"/>
                </a:solidFill>
                <a:latin typeface="Arial"/>
                <a:ea typeface="Arial"/>
                <a:cs typeface="Arial"/>
              </a:defRPr>
            </a:lvl6pPr>
            <a:lvl7pPr algn="l">
              <a:defRPr sz="1875" b="1">
                <a:solidFill>
                  <a:srgbClr val="F7F6F2"/>
                </a:solidFill>
                <a:latin typeface="Arial"/>
                <a:ea typeface="Arial"/>
                <a:cs typeface="Arial"/>
              </a:defRPr>
            </a:lvl7pPr>
            <a:lvl8pPr algn="l">
              <a:defRPr sz="1875" b="1">
                <a:solidFill>
                  <a:srgbClr val="F7F6F2"/>
                </a:solidFill>
                <a:latin typeface="Arial"/>
                <a:ea typeface="Arial"/>
                <a:cs typeface="Arial"/>
              </a:defRPr>
            </a:lvl8pPr>
            <a:lvl9pPr algn="l">
              <a:defRPr sz="1875" b="1">
                <a:solidFill>
                  <a:srgbClr val="F7F6F2"/>
                </a:solidFill>
                <a:latin typeface="Arial"/>
                <a:ea typeface="Arial"/>
                <a:cs typeface="Arial"/>
              </a:defRPr>
            </a:lvl9pPr>
          </a:lstStyle>
          <a:p xmlns:a="http://schemas.openxmlformats.org/drawingml/2006/main">
            <a:pPr algn="l">
              <a:defRPr sz="1875" b="1">
                <a:solidFill>
                  <a:srgbClr val="F7F6F2"/>
                </a:solidFill>
                <a:latin typeface="Arial"/>
                <a:ea typeface="Arial"/>
                <a:cs typeface="Arial"/>
              </a:defRPr>
            </a:pPr>
            <a:r>
              <a:rPr sz="1875" b="1">
                <a:solidFill>
                  <a:srgbClr val="F7F6F2"/>
                </a:solidFill>
                <a:latin typeface="Arial"/>
                <a:ea typeface="Arial"/>
                <a:cs typeface="Arial"/>
              </a:rPr>
              <a:t>Judgment-based weights</a:t>
            </a:r>
          </a:p>
        </p:txBody>
      </p:sp>
      <p:sp>
        <p:nvSpPr>
          <p:cNvPr id="9" name="text-74">
            <a:extLst xmlns:a="http://schemas.openxmlformats.org/drawingml/2006/main">
              <a:ext uri="{FF2B5EF4-FFF2-40B4-BE49-F238E27FC236}">
                <a16:creationId xmlns:a16="http://schemas.microsoft.com/office/drawing/2014/main" id="{8333DF6F-8835-4BF5-B530-1D4E29ED47AF}"/>
              </a:ext>
            </a:extLst>
          </p:cNvPr>
          <p:cNvSpPr>
            <a:spLocks xmlns:a="http://schemas.openxmlformats.org/drawingml/2006/main" noGrp="1"/>
          </p:cNvSpPr>
          <p:nvPr/>
        </p:nvSpPr>
        <p:spPr>
          <a:xfrm xmlns:a="http://schemas.openxmlformats.org/drawingml/2006/main">
            <a:off x="4219575" y="3038475"/>
            <a:ext cx="4238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FCBC2"/>
                </a:solidFill>
                <a:latin typeface="Arial"/>
                <a:ea typeface="Arial"/>
                <a:cs typeface="Arial"/>
              </a:defRPr>
            </a:defPPr>
            <a:lvl1pPr algn="l">
              <a:defRPr sz="1500" b="0">
                <a:solidFill>
                  <a:srgbClr val="CFCBC2"/>
                </a:solidFill>
                <a:latin typeface="Arial"/>
                <a:ea typeface="Arial"/>
                <a:cs typeface="Arial"/>
              </a:defRPr>
            </a:lvl1pPr>
            <a:lvl2pPr algn="l">
              <a:defRPr sz="1500" b="0">
                <a:solidFill>
                  <a:srgbClr val="CFCBC2"/>
                </a:solidFill>
                <a:latin typeface="Arial"/>
                <a:ea typeface="Arial"/>
                <a:cs typeface="Arial"/>
              </a:defRPr>
            </a:lvl2pPr>
            <a:lvl3pPr algn="l">
              <a:defRPr sz="1500" b="0">
                <a:solidFill>
                  <a:srgbClr val="CFCBC2"/>
                </a:solidFill>
                <a:latin typeface="Arial"/>
                <a:ea typeface="Arial"/>
                <a:cs typeface="Arial"/>
              </a:defRPr>
            </a:lvl3pPr>
            <a:lvl4pPr algn="l">
              <a:defRPr sz="1500" b="0">
                <a:solidFill>
                  <a:srgbClr val="CFCBC2"/>
                </a:solidFill>
                <a:latin typeface="Arial"/>
                <a:ea typeface="Arial"/>
                <a:cs typeface="Arial"/>
              </a:defRPr>
            </a:lvl4pPr>
            <a:lvl5pPr algn="l">
              <a:defRPr sz="1500" b="0">
                <a:solidFill>
                  <a:srgbClr val="CFCBC2"/>
                </a:solidFill>
                <a:latin typeface="Arial"/>
                <a:ea typeface="Arial"/>
                <a:cs typeface="Arial"/>
              </a:defRPr>
            </a:lvl5pPr>
            <a:lvl6pPr algn="l">
              <a:defRPr sz="1500" b="0">
                <a:solidFill>
                  <a:srgbClr val="CFCBC2"/>
                </a:solidFill>
                <a:latin typeface="Arial"/>
                <a:ea typeface="Arial"/>
                <a:cs typeface="Arial"/>
              </a:defRPr>
            </a:lvl6pPr>
            <a:lvl7pPr algn="l">
              <a:defRPr sz="1500" b="0">
                <a:solidFill>
                  <a:srgbClr val="CFCBC2"/>
                </a:solidFill>
                <a:latin typeface="Arial"/>
                <a:ea typeface="Arial"/>
                <a:cs typeface="Arial"/>
              </a:defRPr>
            </a:lvl7pPr>
            <a:lvl8pPr algn="l">
              <a:defRPr sz="1500" b="0">
                <a:solidFill>
                  <a:srgbClr val="CFCBC2"/>
                </a:solidFill>
                <a:latin typeface="Arial"/>
                <a:ea typeface="Arial"/>
                <a:cs typeface="Arial"/>
              </a:defRPr>
            </a:lvl8pPr>
            <a:lvl9pPr algn="l">
              <a:defRPr sz="1500" b="0">
                <a:solidFill>
                  <a:srgbClr val="CFCBC2"/>
                </a:solidFill>
                <a:latin typeface="Arial"/>
                <a:ea typeface="Arial"/>
                <a:cs typeface="Arial"/>
              </a:defRPr>
            </a:lvl9pPr>
          </a:lstStyle>
          <a:p xmlns:a="http://schemas.openxmlformats.org/drawingml/2006/main">
            <a:pPr algn="l">
              <a:defRPr sz="1500" b="0">
                <a:solidFill>
                  <a:srgbClr val="CFCBC2"/>
                </a:solidFill>
                <a:latin typeface="Arial"/>
                <a:ea typeface="Arial"/>
                <a:cs typeface="Arial"/>
              </a:defRPr>
            </a:pPr>
            <a:r>
              <a:rPr sz="1500" b="0">
                <a:solidFill>
                  <a:srgbClr val="CFCBC2"/>
                </a:solidFill>
                <a:latin typeface="Arial"/>
                <a:ea typeface="Arial"/>
                <a:cs typeface="Arial"/>
              </a:rPr>
              <a:t>The weights have not been fitted to</a:t>
            </a:r>
          </a:p>
          <a:p xmlns:a="http://schemas.openxmlformats.org/drawingml/2006/main">
            <a:pPr algn="l">
              <a:defRPr sz="1500" b="0">
                <a:solidFill>
                  <a:srgbClr val="CFCBC2"/>
                </a:solidFill>
                <a:latin typeface="Arial"/>
                <a:ea typeface="Arial"/>
                <a:cs typeface="Arial"/>
              </a:defRPr>
            </a:pPr>
            <a:r>
              <a:rPr sz="1500" b="0">
                <a:solidFill>
                  <a:srgbClr val="CFCBC2"/>
                </a:solidFill>
                <a:latin typeface="Arial"/>
                <a:ea typeface="Arial"/>
                <a:cs typeface="Arial"/>
              </a:rPr>
              <a:t>completed investment outcomes.</a:t>
            </a:r>
          </a:p>
        </p:txBody>
      </p:sp>
      <p:sp>
        <p:nvSpPr>
          <p:cNvPr id="10" name="text-75">
            <a:extLst xmlns:a="http://schemas.openxmlformats.org/drawingml/2006/main">
              <a:ext uri="{FF2B5EF4-FFF2-40B4-BE49-F238E27FC236}">
                <a16:creationId xmlns:a16="http://schemas.microsoft.com/office/drawing/2014/main" id="{2C8A270C-BB45-4BB4-AFBA-54FF8C427A68}"/>
              </a:ext>
            </a:extLst>
          </p:cNvPr>
          <p:cNvSpPr>
            <a:spLocks xmlns:a="http://schemas.openxmlformats.org/drawingml/2006/main" noGrp="1"/>
          </p:cNvSpPr>
          <p:nvPr/>
        </p:nvSpPr>
        <p:spPr>
          <a:xfrm xmlns:a="http://schemas.openxmlformats.org/drawingml/2006/main">
            <a:off x="8715375" y="3038475"/>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7F6F2"/>
                </a:solidFill>
                <a:latin typeface="Arial"/>
                <a:ea typeface="Arial"/>
                <a:cs typeface="Arial"/>
              </a:defRPr>
            </a:defPPr>
            <a:lvl1pPr algn="l">
              <a:defRPr sz="1650" b="0">
                <a:solidFill>
                  <a:srgbClr val="F7F6F2"/>
                </a:solidFill>
                <a:latin typeface="Arial"/>
                <a:ea typeface="Arial"/>
                <a:cs typeface="Arial"/>
              </a:defRPr>
            </a:lvl1pPr>
            <a:lvl2pPr algn="l">
              <a:defRPr sz="1650" b="0">
                <a:solidFill>
                  <a:srgbClr val="F7F6F2"/>
                </a:solidFill>
                <a:latin typeface="Arial"/>
                <a:ea typeface="Arial"/>
                <a:cs typeface="Arial"/>
              </a:defRPr>
            </a:lvl2pPr>
            <a:lvl3pPr algn="l">
              <a:defRPr sz="1650" b="0">
                <a:solidFill>
                  <a:srgbClr val="F7F6F2"/>
                </a:solidFill>
                <a:latin typeface="Arial"/>
                <a:ea typeface="Arial"/>
                <a:cs typeface="Arial"/>
              </a:defRPr>
            </a:lvl3pPr>
            <a:lvl4pPr algn="l">
              <a:defRPr sz="1650" b="0">
                <a:solidFill>
                  <a:srgbClr val="F7F6F2"/>
                </a:solidFill>
                <a:latin typeface="Arial"/>
                <a:ea typeface="Arial"/>
                <a:cs typeface="Arial"/>
              </a:defRPr>
            </a:lvl4pPr>
            <a:lvl5pPr algn="l">
              <a:defRPr sz="1650" b="0">
                <a:solidFill>
                  <a:srgbClr val="F7F6F2"/>
                </a:solidFill>
                <a:latin typeface="Arial"/>
                <a:ea typeface="Arial"/>
                <a:cs typeface="Arial"/>
              </a:defRPr>
            </a:lvl5pPr>
            <a:lvl6pPr algn="l">
              <a:defRPr sz="1650" b="0">
                <a:solidFill>
                  <a:srgbClr val="F7F6F2"/>
                </a:solidFill>
                <a:latin typeface="Arial"/>
                <a:ea typeface="Arial"/>
                <a:cs typeface="Arial"/>
              </a:defRPr>
            </a:lvl6pPr>
            <a:lvl7pPr algn="l">
              <a:defRPr sz="1650" b="0">
                <a:solidFill>
                  <a:srgbClr val="F7F6F2"/>
                </a:solidFill>
                <a:latin typeface="Arial"/>
                <a:ea typeface="Arial"/>
                <a:cs typeface="Arial"/>
              </a:defRPr>
            </a:lvl7pPr>
            <a:lvl8pPr algn="l">
              <a:defRPr sz="1650" b="0">
                <a:solidFill>
                  <a:srgbClr val="F7F6F2"/>
                </a:solidFill>
                <a:latin typeface="Arial"/>
                <a:ea typeface="Arial"/>
                <a:cs typeface="Arial"/>
              </a:defRPr>
            </a:lvl8pPr>
            <a:lvl9pPr algn="l">
              <a:defRPr sz="1650" b="0">
                <a:solidFill>
                  <a:srgbClr val="F7F6F2"/>
                </a:solidFill>
                <a:latin typeface="Arial"/>
                <a:ea typeface="Arial"/>
                <a:cs typeface="Arial"/>
              </a:defRPr>
            </a:lvl9pPr>
          </a:lstStyle>
          <a:p xmlns:a="http://schemas.openxmlformats.org/drawingml/2006/main">
            <a:pPr algn="l">
              <a:defRPr sz="1650" b="0">
                <a:solidFill>
                  <a:srgbClr val="F7F6F2"/>
                </a:solidFill>
                <a:latin typeface="Arial"/>
                <a:ea typeface="Arial"/>
                <a:cs typeface="Arial"/>
              </a:defRPr>
            </a:pPr>
            <a:r>
              <a:rPr sz="1650" b="0">
                <a:solidFill>
                  <a:srgbClr val="F7F6F2"/>
                </a:solidFill>
                <a:latin typeface="Arial"/>
                <a:ea typeface="Arial"/>
                <a:cs typeface="Arial"/>
              </a:rPr>
              <a:t>Backtest against past</a:t>
            </a:r>
          </a:p>
          <a:p xmlns:a="http://schemas.openxmlformats.org/drawingml/2006/main">
            <a:pPr algn="l">
              <a:defRPr sz="1650" b="0">
                <a:solidFill>
                  <a:srgbClr val="F7F6F2"/>
                </a:solidFill>
                <a:latin typeface="Arial"/>
                <a:ea typeface="Arial"/>
                <a:cs typeface="Arial"/>
              </a:defRPr>
            </a:pPr>
            <a:r>
              <a:rPr sz="1650" b="0">
                <a:solidFill>
                  <a:srgbClr val="F7F6F2"/>
                </a:solidFill>
                <a:latin typeface="Arial"/>
                <a:ea typeface="Arial"/>
                <a:cs typeface="Arial"/>
              </a:rPr>
              <a:t>terminal projects.</a:t>
            </a:r>
          </a:p>
        </p:txBody>
      </p:sp>
      <p:sp>
        <p:nvSpPr>
          <p:cNvPr id="11" name="divider-76">
            <a:extLst xmlns:a="http://schemas.openxmlformats.org/drawingml/2006/main">
              <a:ext uri="{FF2B5EF4-FFF2-40B4-BE49-F238E27FC236}">
                <a16:creationId xmlns:a16="http://schemas.microsoft.com/office/drawing/2014/main" id="{80B2472C-3D37-45EB-89FB-4FB602FBB1B5}"/>
              </a:ext>
            </a:extLst>
          </p:cNvPr>
          <p:cNvSpPr>
            <a:spLocks xmlns:a="http://schemas.openxmlformats.org/drawingml/2006/main" noGrp="1"/>
          </p:cNvSpPr>
          <p:nvPr/>
        </p:nvSpPr>
        <p:spPr>
          <a:xfrm xmlns:a="http://schemas.openxmlformats.org/drawingml/2006/main">
            <a:off x="609600" y="3819525"/>
            <a:ext cx="10972800" cy="0"/>
          </a:xfrm>
          <a:prstGeom xmlns:a="http://schemas.openxmlformats.org/drawingml/2006/main" prst="line">
            <a:avLst/>
          </a:prstGeom>
          <a:noFill xmlns:a="http://schemas.openxmlformats.org/drawingml/2006/main"/>
          <a:ln xmlns:a="http://schemas.openxmlformats.org/drawingml/2006/main" w="9525">
            <a:solidFill>
              <a:srgbClr val="4B4942"/>
            </a:solidFill>
          </a:ln>
        </p:spPr>
      </p:sp>
      <p:sp>
        <p:nvSpPr>
          <p:cNvPr id="12" name="text-77">
            <a:extLst xmlns:a="http://schemas.openxmlformats.org/drawingml/2006/main">
              <a:ext uri="{FF2B5EF4-FFF2-40B4-BE49-F238E27FC236}">
                <a16:creationId xmlns:a16="http://schemas.microsoft.com/office/drawing/2014/main" id="{CE467459-76D6-4430-9791-2890C33424F6}"/>
              </a:ext>
            </a:extLst>
          </p:cNvPr>
          <p:cNvSpPr>
            <a:spLocks xmlns:a="http://schemas.openxmlformats.org/drawingml/2006/main" noGrp="1"/>
          </p:cNvSpPr>
          <p:nvPr/>
        </p:nvSpPr>
        <p:spPr>
          <a:xfrm xmlns:a="http://schemas.openxmlformats.org/drawingml/2006/main">
            <a:off x="609600" y="39433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6F2"/>
                </a:solidFill>
                <a:latin typeface="Arial"/>
                <a:ea typeface="Arial"/>
                <a:cs typeface="Arial"/>
              </a:defRPr>
            </a:defPPr>
            <a:lvl1pPr algn="l">
              <a:defRPr sz="1875" b="1">
                <a:solidFill>
                  <a:srgbClr val="F7F6F2"/>
                </a:solidFill>
                <a:latin typeface="Arial"/>
                <a:ea typeface="Arial"/>
                <a:cs typeface="Arial"/>
              </a:defRPr>
            </a:lvl1pPr>
            <a:lvl2pPr algn="l">
              <a:defRPr sz="1875" b="1">
                <a:solidFill>
                  <a:srgbClr val="F7F6F2"/>
                </a:solidFill>
                <a:latin typeface="Arial"/>
                <a:ea typeface="Arial"/>
                <a:cs typeface="Arial"/>
              </a:defRPr>
            </a:lvl2pPr>
            <a:lvl3pPr algn="l">
              <a:defRPr sz="1875" b="1">
                <a:solidFill>
                  <a:srgbClr val="F7F6F2"/>
                </a:solidFill>
                <a:latin typeface="Arial"/>
                <a:ea typeface="Arial"/>
                <a:cs typeface="Arial"/>
              </a:defRPr>
            </a:lvl3pPr>
            <a:lvl4pPr algn="l">
              <a:defRPr sz="1875" b="1">
                <a:solidFill>
                  <a:srgbClr val="F7F6F2"/>
                </a:solidFill>
                <a:latin typeface="Arial"/>
                <a:ea typeface="Arial"/>
                <a:cs typeface="Arial"/>
              </a:defRPr>
            </a:lvl4pPr>
            <a:lvl5pPr algn="l">
              <a:defRPr sz="1875" b="1">
                <a:solidFill>
                  <a:srgbClr val="F7F6F2"/>
                </a:solidFill>
                <a:latin typeface="Arial"/>
                <a:ea typeface="Arial"/>
                <a:cs typeface="Arial"/>
              </a:defRPr>
            </a:lvl5pPr>
            <a:lvl6pPr algn="l">
              <a:defRPr sz="1875" b="1">
                <a:solidFill>
                  <a:srgbClr val="F7F6F2"/>
                </a:solidFill>
                <a:latin typeface="Arial"/>
                <a:ea typeface="Arial"/>
                <a:cs typeface="Arial"/>
              </a:defRPr>
            </a:lvl6pPr>
            <a:lvl7pPr algn="l">
              <a:defRPr sz="1875" b="1">
                <a:solidFill>
                  <a:srgbClr val="F7F6F2"/>
                </a:solidFill>
                <a:latin typeface="Arial"/>
                <a:ea typeface="Arial"/>
                <a:cs typeface="Arial"/>
              </a:defRPr>
            </a:lvl7pPr>
            <a:lvl8pPr algn="l">
              <a:defRPr sz="1875" b="1">
                <a:solidFill>
                  <a:srgbClr val="F7F6F2"/>
                </a:solidFill>
                <a:latin typeface="Arial"/>
                <a:ea typeface="Arial"/>
                <a:cs typeface="Arial"/>
              </a:defRPr>
            </a:lvl8pPr>
            <a:lvl9pPr algn="l">
              <a:defRPr sz="1875" b="1">
                <a:solidFill>
                  <a:srgbClr val="F7F6F2"/>
                </a:solidFill>
                <a:latin typeface="Arial"/>
                <a:ea typeface="Arial"/>
                <a:cs typeface="Arial"/>
              </a:defRPr>
            </a:lvl9pPr>
          </a:lstStyle>
          <a:p xmlns:a="http://schemas.openxmlformats.org/drawingml/2006/main">
            <a:pPr algn="l">
              <a:defRPr sz="1875" b="1">
                <a:solidFill>
                  <a:srgbClr val="F7F6F2"/>
                </a:solidFill>
                <a:latin typeface="Arial"/>
                <a:ea typeface="Arial"/>
                <a:cs typeface="Arial"/>
              </a:defRPr>
            </a:pPr>
            <a:r>
              <a:rPr sz="1875" b="1">
                <a:solidFill>
                  <a:srgbClr val="F7F6F2"/>
                </a:solidFill>
                <a:latin typeface="Arial"/>
                <a:ea typeface="Arial"/>
                <a:cs typeface="Arial"/>
              </a:rPr>
              <a:t>Incomplete operating data</a:t>
            </a:r>
          </a:p>
        </p:txBody>
      </p:sp>
      <p:sp>
        <p:nvSpPr>
          <p:cNvPr id="13" name="text-78">
            <a:extLst xmlns:a="http://schemas.openxmlformats.org/drawingml/2006/main">
              <a:ext uri="{FF2B5EF4-FFF2-40B4-BE49-F238E27FC236}">
                <a16:creationId xmlns:a16="http://schemas.microsoft.com/office/drawing/2014/main" id="{B4D941A4-4146-460A-80FD-331D29860977}"/>
              </a:ext>
            </a:extLst>
          </p:cNvPr>
          <p:cNvSpPr>
            <a:spLocks xmlns:a="http://schemas.openxmlformats.org/drawingml/2006/main" noGrp="1"/>
          </p:cNvSpPr>
          <p:nvPr/>
        </p:nvSpPr>
        <p:spPr>
          <a:xfrm xmlns:a="http://schemas.openxmlformats.org/drawingml/2006/main">
            <a:off x="4219575" y="3943350"/>
            <a:ext cx="4238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FCBC2"/>
                </a:solidFill>
                <a:latin typeface="Arial"/>
                <a:ea typeface="Arial"/>
                <a:cs typeface="Arial"/>
              </a:defRPr>
            </a:defPPr>
            <a:lvl1pPr algn="l">
              <a:defRPr sz="1500" b="0">
                <a:solidFill>
                  <a:srgbClr val="CFCBC2"/>
                </a:solidFill>
                <a:latin typeface="Arial"/>
                <a:ea typeface="Arial"/>
                <a:cs typeface="Arial"/>
              </a:defRPr>
            </a:lvl1pPr>
            <a:lvl2pPr algn="l">
              <a:defRPr sz="1500" b="0">
                <a:solidFill>
                  <a:srgbClr val="CFCBC2"/>
                </a:solidFill>
                <a:latin typeface="Arial"/>
                <a:ea typeface="Arial"/>
                <a:cs typeface="Arial"/>
              </a:defRPr>
            </a:lvl2pPr>
            <a:lvl3pPr algn="l">
              <a:defRPr sz="1500" b="0">
                <a:solidFill>
                  <a:srgbClr val="CFCBC2"/>
                </a:solidFill>
                <a:latin typeface="Arial"/>
                <a:ea typeface="Arial"/>
                <a:cs typeface="Arial"/>
              </a:defRPr>
            </a:lvl3pPr>
            <a:lvl4pPr algn="l">
              <a:defRPr sz="1500" b="0">
                <a:solidFill>
                  <a:srgbClr val="CFCBC2"/>
                </a:solidFill>
                <a:latin typeface="Arial"/>
                <a:ea typeface="Arial"/>
                <a:cs typeface="Arial"/>
              </a:defRPr>
            </a:lvl4pPr>
            <a:lvl5pPr algn="l">
              <a:defRPr sz="1500" b="0">
                <a:solidFill>
                  <a:srgbClr val="CFCBC2"/>
                </a:solidFill>
                <a:latin typeface="Arial"/>
                <a:ea typeface="Arial"/>
                <a:cs typeface="Arial"/>
              </a:defRPr>
            </a:lvl5pPr>
            <a:lvl6pPr algn="l">
              <a:defRPr sz="1500" b="0">
                <a:solidFill>
                  <a:srgbClr val="CFCBC2"/>
                </a:solidFill>
                <a:latin typeface="Arial"/>
                <a:ea typeface="Arial"/>
                <a:cs typeface="Arial"/>
              </a:defRPr>
            </a:lvl6pPr>
            <a:lvl7pPr algn="l">
              <a:defRPr sz="1500" b="0">
                <a:solidFill>
                  <a:srgbClr val="CFCBC2"/>
                </a:solidFill>
                <a:latin typeface="Arial"/>
                <a:ea typeface="Arial"/>
                <a:cs typeface="Arial"/>
              </a:defRPr>
            </a:lvl7pPr>
            <a:lvl8pPr algn="l">
              <a:defRPr sz="1500" b="0">
                <a:solidFill>
                  <a:srgbClr val="CFCBC2"/>
                </a:solidFill>
                <a:latin typeface="Arial"/>
                <a:ea typeface="Arial"/>
                <a:cs typeface="Arial"/>
              </a:defRPr>
            </a:lvl8pPr>
            <a:lvl9pPr algn="l">
              <a:defRPr sz="1500" b="0">
                <a:solidFill>
                  <a:srgbClr val="CFCBC2"/>
                </a:solidFill>
                <a:latin typeface="Arial"/>
                <a:ea typeface="Arial"/>
                <a:cs typeface="Arial"/>
              </a:defRPr>
            </a:lvl9pPr>
          </a:lstStyle>
          <a:p xmlns:a="http://schemas.openxmlformats.org/drawingml/2006/main">
            <a:pPr algn="l">
              <a:defRPr sz="1500" b="0">
                <a:solidFill>
                  <a:srgbClr val="CFCBC2"/>
                </a:solidFill>
                <a:latin typeface="Arial"/>
                <a:ea typeface="Arial"/>
                <a:cs typeface="Arial"/>
              </a:defRPr>
            </a:pPr>
            <a:r>
              <a:rPr sz="1500" b="0">
                <a:solidFill>
                  <a:srgbClr val="CFCBC2"/>
                </a:solidFill>
                <a:latin typeface="Arial"/>
                <a:ea typeface="Arial"/>
                <a:cs typeface="Arial"/>
              </a:rPr>
              <a:t>Domestic reporting-carrier delays;</a:t>
            </a:r>
          </a:p>
          <a:p xmlns:a="http://schemas.openxmlformats.org/drawingml/2006/main">
            <a:pPr algn="l">
              <a:defRPr sz="1500" b="0">
                <a:solidFill>
                  <a:srgbClr val="CFCBC2"/>
                </a:solidFill>
                <a:latin typeface="Arial"/>
                <a:ea typeface="Arial"/>
                <a:cs typeface="Arial"/>
              </a:defRPr>
            </a:pPr>
            <a:r>
              <a:rPr sz="1500" b="0">
                <a:solidFill>
                  <a:srgbClr val="CFCBC2"/>
                </a:solidFill>
                <a:latin typeface="Arial"/>
                <a:ea typeface="Arial"/>
                <a:cs typeface="Arial"/>
              </a:rPr>
              <a:t>missing metrics require imputation.</a:t>
            </a:r>
          </a:p>
        </p:txBody>
      </p:sp>
      <p:sp>
        <p:nvSpPr>
          <p:cNvPr id="14" name="text-79">
            <a:extLst xmlns:a="http://schemas.openxmlformats.org/drawingml/2006/main">
              <a:ext uri="{FF2B5EF4-FFF2-40B4-BE49-F238E27FC236}">
                <a16:creationId xmlns:a16="http://schemas.microsoft.com/office/drawing/2014/main" id="{724354EC-CAA3-4100-B9D3-E767FBBC86A7}"/>
              </a:ext>
            </a:extLst>
          </p:cNvPr>
          <p:cNvSpPr>
            <a:spLocks xmlns:a="http://schemas.openxmlformats.org/drawingml/2006/main" noGrp="1"/>
          </p:cNvSpPr>
          <p:nvPr/>
        </p:nvSpPr>
        <p:spPr>
          <a:xfrm xmlns:a="http://schemas.openxmlformats.org/drawingml/2006/main">
            <a:off x="8715375" y="3943350"/>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7F6F2"/>
                </a:solidFill>
                <a:latin typeface="Arial"/>
                <a:ea typeface="Arial"/>
                <a:cs typeface="Arial"/>
              </a:defRPr>
            </a:defPPr>
            <a:lvl1pPr algn="l">
              <a:defRPr sz="1650" b="0">
                <a:solidFill>
                  <a:srgbClr val="F7F6F2"/>
                </a:solidFill>
                <a:latin typeface="Arial"/>
                <a:ea typeface="Arial"/>
                <a:cs typeface="Arial"/>
              </a:defRPr>
            </a:lvl1pPr>
            <a:lvl2pPr algn="l">
              <a:defRPr sz="1650" b="0">
                <a:solidFill>
                  <a:srgbClr val="F7F6F2"/>
                </a:solidFill>
                <a:latin typeface="Arial"/>
                <a:ea typeface="Arial"/>
                <a:cs typeface="Arial"/>
              </a:defRPr>
            </a:lvl2pPr>
            <a:lvl3pPr algn="l">
              <a:defRPr sz="1650" b="0">
                <a:solidFill>
                  <a:srgbClr val="F7F6F2"/>
                </a:solidFill>
                <a:latin typeface="Arial"/>
                <a:ea typeface="Arial"/>
                <a:cs typeface="Arial"/>
              </a:defRPr>
            </a:lvl3pPr>
            <a:lvl4pPr algn="l">
              <a:defRPr sz="1650" b="0">
                <a:solidFill>
                  <a:srgbClr val="F7F6F2"/>
                </a:solidFill>
                <a:latin typeface="Arial"/>
                <a:ea typeface="Arial"/>
                <a:cs typeface="Arial"/>
              </a:defRPr>
            </a:lvl4pPr>
            <a:lvl5pPr algn="l">
              <a:defRPr sz="1650" b="0">
                <a:solidFill>
                  <a:srgbClr val="F7F6F2"/>
                </a:solidFill>
                <a:latin typeface="Arial"/>
                <a:ea typeface="Arial"/>
                <a:cs typeface="Arial"/>
              </a:defRPr>
            </a:lvl5pPr>
            <a:lvl6pPr algn="l">
              <a:defRPr sz="1650" b="0">
                <a:solidFill>
                  <a:srgbClr val="F7F6F2"/>
                </a:solidFill>
                <a:latin typeface="Arial"/>
                <a:ea typeface="Arial"/>
                <a:cs typeface="Arial"/>
              </a:defRPr>
            </a:lvl6pPr>
            <a:lvl7pPr algn="l">
              <a:defRPr sz="1650" b="0">
                <a:solidFill>
                  <a:srgbClr val="F7F6F2"/>
                </a:solidFill>
                <a:latin typeface="Arial"/>
                <a:ea typeface="Arial"/>
                <a:cs typeface="Arial"/>
              </a:defRPr>
            </a:lvl7pPr>
            <a:lvl8pPr algn="l">
              <a:defRPr sz="1650" b="0">
                <a:solidFill>
                  <a:srgbClr val="F7F6F2"/>
                </a:solidFill>
                <a:latin typeface="Arial"/>
                <a:ea typeface="Arial"/>
                <a:cs typeface="Arial"/>
              </a:defRPr>
            </a:lvl8pPr>
            <a:lvl9pPr algn="l">
              <a:defRPr sz="1650" b="0">
                <a:solidFill>
                  <a:srgbClr val="F7F6F2"/>
                </a:solidFill>
                <a:latin typeface="Arial"/>
                <a:ea typeface="Arial"/>
                <a:cs typeface="Arial"/>
              </a:defRPr>
            </a:lvl9pPr>
          </a:lstStyle>
          <a:p xmlns:a="http://schemas.openxmlformats.org/drawingml/2006/main">
            <a:pPr algn="l">
              <a:defRPr sz="1650" b="0">
                <a:solidFill>
                  <a:srgbClr val="F7F6F2"/>
                </a:solidFill>
                <a:latin typeface="Arial"/>
                <a:ea typeface="Arial"/>
                <a:cs typeface="Arial"/>
              </a:defRPr>
            </a:pPr>
            <a:r>
              <a:rPr sz="1650" b="0">
                <a:solidFill>
                  <a:srgbClr val="F7F6F2"/>
                </a:solidFill>
                <a:latin typeface="Arial"/>
                <a:ea typeface="Arial"/>
                <a:cs typeface="Arial"/>
              </a:rPr>
              <a:t>Add gate utilization</a:t>
            </a:r>
          </a:p>
          <a:p xmlns:a="http://schemas.openxmlformats.org/drawingml/2006/main">
            <a:pPr algn="l">
              <a:defRPr sz="1650" b="0">
                <a:solidFill>
                  <a:srgbClr val="F7F6F2"/>
                </a:solidFill>
                <a:latin typeface="Arial"/>
                <a:ea typeface="Arial"/>
                <a:cs typeface="Arial"/>
              </a:defRPr>
            </a:pPr>
            <a:r>
              <a:rPr sz="1650" b="0">
                <a:solidFill>
                  <a:srgbClr val="F7F6F2"/>
                </a:solidFill>
                <a:latin typeface="Arial"/>
                <a:ea typeface="Arial"/>
                <a:cs typeface="Arial"/>
              </a:rPr>
              <a:t>and refresh snapshots.</a:t>
            </a:r>
          </a:p>
        </p:txBody>
      </p:sp>
      <p:sp>
        <p:nvSpPr>
          <p:cNvPr id="15" name="divider-80">
            <a:extLst xmlns:a="http://schemas.openxmlformats.org/drawingml/2006/main">
              <a:ext uri="{FF2B5EF4-FFF2-40B4-BE49-F238E27FC236}">
                <a16:creationId xmlns:a16="http://schemas.microsoft.com/office/drawing/2014/main" id="{708059E1-2ACC-4E3D-BBB0-CF39FA57637C}"/>
              </a:ext>
            </a:extLst>
          </p:cNvPr>
          <p:cNvSpPr>
            <a:spLocks xmlns:a="http://schemas.openxmlformats.org/drawingml/2006/main" noGrp="1"/>
          </p:cNvSpPr>
          <p:nvPr/>
        </p:nvSpPr>
        <p:spPr>
          <a:xfrm xmlns:a="http://schemas.openxmlformats.org/drawingml/2006/main">
            <a:off x="609600" y="4724400"/>
            <a:ext cx="10972800" cy="0"/>
          </a:xfrm>
          <a:prstGeom xmlns:a="http://schemas.openxmlformats.org/drawingml/2006/main" prst="line">
            <a:avLst/>
          </a:prstGeom>
          <a:noFill xmlns:a="http://schemas.openxmlformats.org/drawingml/2006/main"/>
          <a:ln xmlns:a="http://schemas.openxmlformats.org/drawingml/2006/main" w="9525">
            <a:solidFill>
              <a:srgbClr val="4B4942"/>
            </a:solidFill>
          </a:ln>
        </p:spPr>
      </p:sp>
      <p:sp>
        <p:nvSpPr>
          <p:cNvPr id="16" name="text-81">
            <a:extLst xmlns:a="http://schemas.openxmlformats.org/drawingml/2006/main">
              <a:ext uri="{FF2B5EF4-FFF2-40B4-BE49-F238E27FC236}">
                <a16:creationId xmlns:a16="http://schemas.microsoft.com/office/drawing/2014/main" id="{6966D303-40C9-4EBE-82D5-DBF306694931}"/>
              </a:ext>
            </a:extLst>
          </p:cNvPr>
          <p:cNvSpPr>
            <a:spLocks xmlns:a="http://schemas.openxmlformats.org/drawingml/2006/main" noGrp="1"/>
          </p:cNvSpPr>
          <p:nvPr/>
        </p:nvSpPr>
        <p:spPr>
          <a:xfrm xmlns:a="http://schemas.openxmlformats.org/drawingml/2006/main">
            <a:off x="609600" y="48482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6F2"/>
                </a:solidFill>
                <a:latin typeface="Arial"/>
                <a:ea typeface="Arial"/>
                <a:cs typeface="Arial"/>
              </a:defRPr>
            </a:defPPr>
            <a:lvl1pPr algn="l">
              <a:defRPr sz="1875" b="1">
                <a:solidFill>
                  <a:srgbClr val="F7F6F2"/>
                </a:solidFill>
                <a:latin typeface="Arial"/>
                <a:ea typeface="Arial"/>
                <a:cs typeface="Arial"/>
              </a:defRPr>
            </a:lvl1pPr>
            <a:lvl2pPr algn="l">
              <a:defRPr sz="1875" b="1">
                <a:solidFill>
                  <a:srgbClr val="F7F6F2"/>
                </a:solidFill>
                <a:latin typeface="Arial"/>
                <a:ea typeface="Arial"/>
                <a:cs typeface="Arial"/>
              </a:defRPr>
            </a:lvl2pPr>
            <a:lvl3pPr algn="l">
              <a:defRPr sz="1875" b="1">
                <a:solidFill>
                  <a:srgbClr val="F7F6F2"/>
                </a:solidFill>
                <a:latin typeface="Arial"/>
                <a:ea typeface="Arial"/>
                <a:cs typeface="Arial"/>
              </a:defRPr>
            </a:lvl3pPr>
            <a:lvl4pPr algn="l">
              <a:defRPr sz="1875" b="1">
                <a:solidFill>
                  <a:srgbClr val="F7F6F2"/>
                </a:solidFill>
                <a:latin typeface="Arial"/>
                <a:ea typeface="Arial"/>
                <a:cs typeface="Arial"/>
              </a:defRPr>
            </a:lvl4pPr>
            <a:lvl5pPr algn="l">
              <a:defRPr sz="1875" b="1">
                <a:solidFill>
                  <a:srgbClr val="F7F6F2"/>
                </a:solidFill>
                <a:latin typeface="Arial"/>
                <a:ea typeface="Arial"/>
                <a:cs typeface="Arial"/>
              </a:defRPr>
            </a:lvl5pPr>
            <a:lvl6pPr algn="l">
              <a:defRPr sz="1875" b="1">
                <a:solidFill>
                  <a:srgbClr val="F7F6F2"/>
                </a:solidFill>
                <a:latin typeface="Arial"/>
                <a:ea typeface="Arial"/>
                <a:cs typeface="Arial"/>
              </a:defRPr>
            </a:lvl6pPr>
            <a:lvl7pPr algn="l">
              <a:defRPr sz="1875" b="1">
                <a:solidFill>
                  <a:srgbClr val="F7F6F2"/>
                </a:solidFill>
                <a:latin typeface="Arial"/>
                <a:ea typeface="Arial"/>
                <a:cs typeface="Arial"/>
              </a:defRPr>
            </a:lvl7pPr>
            <a:lvl8pPr algn="l">
              <a:defRPr sz="1875" b="1">
                <a:solidFill>
                  <a:srgbClr val="F7F6F2"/>
                </a:solidFill>
                <a:latin typeface="Arial"/>
                <a:ea typeface="Arial"/>
                <a:cs typeface="Arial"/>
              </a:defRPr>
            </a:lvl8pPr>
            <a:lvl9pPr algn="l">
              <a:defRPr sz="1875" b="1">
                <a:solidFill>
                  <a:srgbClr val="F7F6F2"/>
                </a:solidFill>
                <a:latin typeface="Arial"/>
                <a:ea typeface="Arial"/>
                <a:cs typeface="Arial"/>
              </a:defRPr>
            </a:lvl9pPr>
          </a:lstStyle>
          <a:p xmlns:a="http://schemas.openxmlformats.org/drawingml/2006/main">
            <a:pPr algn="l">
              <a:defRPr sz="1875" b="1">
                <a:solidFill>
                  <a:srgbClr val="F7F6F2"/>
                </a:solidFill>
                <a:latin typeface="Arial"/>
                <a:ea typeface="Arial"/>
                <a:cs typeface="Arial"/>
              </a:defRPr>
            </a:pPr>
            <a:r>
              <a:rPr sz="1875" b="1">
                <a:solidFill>
                  <a:srgbClr val="F7F6F2"/>
                </a:solidFill>
                <a:latin typeface="Arial"/>
                <a:ea typeface="Arial"/>
                <a:cs typeface="Arial"/>
              </a:rPr>
              <a:t>Project economics absent</a:t>
            </a:r>
          </a:p>
        </p:txBody>
      </p:sp>
      <p:sp>
        <p:nvSpPr>
          <p:cNvPr id="17" name="text-82">
            <a:extLst xmlns:a="http://schemas.openxmlformats.org/drawingml/2006/main">
              <a:ext uri="{FF2B5EF4-FFF2-40B4-BE49-F238E27FC236}">
                <a16:creationId xmlns:a16="http://schemas.microsoft.com/office/drawing/2014/main" id="{25712784-D6A6-4135-9BE8-36D6590DDBE7}"/>
              </a:ext>
            </a:extLst>
          </p:cNvPr>
          <p:cNvSpPr>
            <a:spLocks xmlns:a="http://schemas.openxmlformats.org/drawingml/2006/main" noGrp="1"/>
          </p:cNvSpPr>
          <p:nvPr/>
        </p:nvSpPr>
        <p:spPr>
          <a:xfrm xmlns:a="http://schemas.openxmlformats.org/drawingml/2006/main">
            <a:off x="4219575" y="4848225"/>
            <a:ext cx="4238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FCBC2"/>
                </a:solidFill>
                <a:latin typeface="Arial"/>
                <a:ea typeface="Arial"/>
                <a:cs typeface="Arial"/>
              </a:defRPr>
            </a:defPPr>
            <a:lvl1pPr algn="l">
              <a:defRPr sz="1500" b="0">
                <a:solidFill>
                  <a:srgbClr val="CFCBC2"/>
                </a:solidFill>
                <a:latin typeface="Arial"/>
                <a:ea typeface="Arial"/>
                <a:cs typeface="Arial"/>
              </a:defRPr>
            </a:lvl1pPr>
            <a:lvl2pPr algn="l">
              <a:defRPr sz="1500" b="0">
                <a:solidFill>
                  <a:srgbClr val="CFCBC2"/>
                </a:solidFill>
                <a:latin typeface="Arial"/>
                <a:ea typeface="Arial"/>
                <a:cs typeface="Arial"/>
              </a:defRPr>
            </a:lvl2pPr>
            <a:lvl3pPr algn="l">
              <a:defRPr sz="1500" b="0">
                <a:solidFill>
                  <a:srgbClr val="CFCBC2"/>
                </a:solidFill>
                <a:latin typeface="Arial"/>
                <a:ea typeface="Arial"/>
                <a:cs typeface="Arial"/>
              </a:defRPr>
            </a:lvl3pPr>
            <a:lvl4pPr algn="l">
              <a:defRPr sz="1500" b="0">
                <a:solidFill>
                  <a:srgbClr val="CFCBC2"/>
                </a:solidFill>
                <a:latin typeface="Arial"/>
                <a:ea typeface="Arial"/>
                <a:cs typeface="Arial"/>
              </a:defRPr>
            </a:lvl4pPr>
            <a:lvl5pPr algn="l">
              <a:defRPr sz="1500" b="0">
                <a:solidFill>
                  <a:srgbClr val="CFCBC2"/>
                </a:solidFill>
                <a:latin typeface="Arial"/>
                <a:ea typeface="Arial"/>
                <a:cs typeface="Arial"/>
              </a:defRPr>
            </a:lvl5pPr>
            <a:lvl6pPr algn="l">
              <a:defRPr sz="1500" b="0">
                <a:solidFill>
                  <a:srgbClr val="CFCBC2"/>
                </a:solidFill>
                <a:latin typeface="Arial"/>
                <a:ea typeface="Arial"/>
                <a:cs typeface="Arial"/>
              </a:defRPr>
            </a:lvl6pPr>
            <a:lvl7pPr algn="l">
              <a:defRPr sz="1500" b="0">
                <a:solidFill>
                  <a:srgbClr val="CFCBC2"/>
                </a:solidFill>
                <a:latin typeface="Arial"/>
                <a:ea typeface="Arial"/>
                <a:cs typeface="Arial"/>
              </a:defRPr>
            </a:lvl7pPr>
            <a:lvl8pPr algn="l">
              <a:defRPr sz="1500" b="0">
                <a:solidFill>
                  <a:srgbClr val="CFCBC2"/>
                </a:solidFill>
                <a:latin typeface="Arial"/>
                <a:ea typeface="Arial"/>
                <a:cs typeface="Arial"/>
              </a:defRPr>
            </a:lvl8pPr>
            <a:lvl9pPr algn="l">
              <a:defRPr sz="1500" b="0">
                <a:solidFill>
                  <a:srgbClr val="CFCBC2"/>
                </a:solidFill>
                <a:latin typeface="Arial"/>
                <a:ea typeface="Arial"/>
                <a:cs typeface="Arial"/>
              </a:defRPr>
            </a:lvl9pPr>
          </a:lstStyle>
          <a:p xmlns:a="http://schemas.openxmlformats.org/drawingml/2006/main">
            <a:pPr algn="l">
              <a:defRPr sz="1500" b="0">
                <a:solidFill>
                  <a:srgbClr val="CFCBC2"/>
                </a:solidFill>
                <a:latin typeface="Arial"/>
                <a:ea typeface="Arial"/>
                <a:cs typeface="Arial"/>
              </a:defRPr>
            </a:pPr>
            <a:r>
              <a:rPr sz="1500" b="0">
                <a:solidFill>
                  <a:srgbClr val="CFCBC2"/>
                </a:solidFill>
                <a:latin typeface="Arial"/>
                <a:ea typeface="Arial"/>
                <a:cs typeface="Arial"/>
              </a:rPr>
              <a:t>Traffic pressure alone cannot establish</a:t>
            </a:r>
          </a:p>
          <a:p xmlns:a="http://schemas.openxmlformats.org/drawingml/2006/main">
            <a:pPr algn="l">
              <a:defRPr sz="1500" b="0">
                <a:solidFill>
                  <a:srgbClr val="CFCBC2"/>
                </a:solidFill>
                <a:latin typeface="Arial"/>
                <a:ea typeface="Arial"/>
                <a:cs typeface="Arial"/>
              </a:defRPr>
            </a:pPr>
            <a:r>
              <a:rPr sz="1500" b="0">
                <a:solidFill>
                  <a:srgbClr val="CFCBC2"/>
                </a:solidFill>
                <a:latin typeface="Arial"/>
                <a:ea typeface="Arial"/>
                <a:cs typeface="Arial"/>
              </a:rPr>
              <a:t>renovation cost, return or feasibility.</a:t>
            </a:r>
          </a:p>
        </p:txBody>
      </p:sp>
      <p:sp>
        <p:nvSpPr>
          <p:cNvPr id="18" name="text-83">
            <a:extLst xmlns:a="http://schemas.openxmlformats.org/drawingml/2006/main">
              <a:ext uri="{FF2B5EF4-FFF2-40B4-BE49-F238E27FC236}">
                <a16:creationId xmlns:a16="http://schemas.microsoft.com/office/drawing/2014/main" id="{199E3633-F0FA-49F3-BF53-EF13E72C4465}"/>
              </a:ext>
            </a:extLst>
          </p:cNvPr>
          <p:cNvSpPr>
            <a:spLocks xmlns:a="http://schemas.openxmlformats.org/drawingml/2006/main" noGrp="1"/>
          </p:cNvSpPr>
          <p:nvPr/>
        </p:nvSpPr>
        <p:spPr>
          <a:xfrm xmlns:a="http://schemas.openxmlformats.org/drawingml/2006/main">
            <a:off x="8715375" y="4848225"/>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7F6F2"/>
                </a:solidFill>
                <a:latin typeface="Arial"/>
                <a:ea typeface="Arial"/>
                <a:cs typeface="Arial"/>
              </a:defRPr>
            </a:defPPr>
            <a:lvl1pPr algn="l">
              <a:defRPr sz="1650" b="0">
                <a:solidFill>
                  <a:srgbClr val="F7F6F2"/>
                </a:solidFill>
                <a:latin typeface="Arial"/>
                <a:ea typeface="Arial"/>
                <a:cs typeface="Arial"/>
              </a:defRPr>
            </a:lvl1pPr>
            <a:lvl2pPr algn="l">
              <a:defRPr sz="1650" b="0">
                <a:solidFill>
                  <a:srgbClr val="F7F6F2"/>
                </a:solidFill>
                <a:latin typeface="Arial"/>
                <a:ea typeface="Arial"/>
                <a:cs typeface="Arial"/>
              </a:defRPr>
            </a:lvl2pPr>
            <a:lvl3pPr algn="l">
              <a:defRPr sz="1650" b="0">
                <a:solidFill>
                  <a:srgbClr val="F7F6F2"/>
                </a:solidFill>
                <a:latin typeface="Arial"/>
                <a:ea typeface="Arial"/>
                <a:cs typeface="Arial"/>
              </a:defRPr>
            </a:lvl3pPr>
            <a:lvl4pPr algn="l">
              <a:defRPr sz="1650" b="0">
                <a:solidFill>
                  <a:srgbClr val="F7F6F2"/>
                </a:solidFill>
                <a:latin typeface="Arial"/>
                <a:ea typeface="Arial"/>
                <a:cs typeface="Arial"/>
              </a:defRPr>
            </a:lvl4pPr>
            <a:lvl5pPr algn="l">
              <a:defRPr sz="1650" b="0">
                <a:solidFill>
                  <a:srgbClr val="F7F6F2"/>
                </a:solidFill>
                <a:latin typeface="Arial"/>
                <a:ea typeface="Arial"/>
                <a:cs typeface="Arial"/>
              </a:defRPr>
            </a:lvl5pPr>
            <a:lvl6pPr algn="l">
              <a:defRPr sz="1650" b="0">
                <a:solidFill>
                  <a:srgbClr val="F7F6F2"/>
                </a:solidFill>
                <a:latin typeface="Arial"/>
                <a:ea typeface="Arial"/>
                <a:cs typeface="Arial"/>
              </a:defRPr>
            </a:lvl6pPr>
            <a:lvl7pPr algn="l">
              <a:defRPr sz="1650" b="0">
                <a:solidFill>
                  <a:srgbClr val="F7F6F2"/>
                </a:solidFill>
                <a:latin typeface="Arial"/>
                <a:ea typeface="Arial"/>
                <a:cs typeface="Arial"/>
              </a:defRPr>
            </a:lvl7pPr>
            <a:lvl8pPr algn="l">
              <a:defRPr sz="1650" b="0">
                <a:solidFill>
                  <a:srgbClr val="F7F6F2"/>
                </a:solidFill>
                <a:latin typeface="Arial"/>
                <a:ea typeface="Arial"/>
                <a:cs typeface="Arial"/>
              </a:defRPr>
            </a:lvl8pPr>
            <a:lvl9pPr algn="l">
              <a:defRPr sz="1650" b="0">
                <a:solidFill>
                  <a:srgbClr val="F7F6F2"/>
                </a:solidFill>
                <a:latin typeface="Arial"/>
                <a:ea typeface="Arial"/>
                <a:cs typeface="Arial"/>
              </a:defRPr>
            </a:lvl9pPr>
          </a:lstStyle>
          <a:p xmlns:a="http://schemas.openxmlformats.org/drawingml/2006/main">
            <a:pPr algn="l">
              <a:defRPr sz="1650" b="0">
                <a:solidFill>
                  <a:srgbClr val="F7F6F2"/>
                </a:solidFill>
                <a:latin typeface="Arial"/>
                <a:ea typeface="Arial"/>
                <a:cs typeface="Arial"/>
              </a:defRPr>
            </a:pPr>
            <a:r>
              <a:rPr sz="1650" b="0">
                <a:solidFill>
                  <a:srgbClr val="F7F6F2"/>
                </a:solidFill>
                <a:latin typeface="Arial"/>
                <a:ea typeface="Arial"/>
                <a:cs typeface="Arial"/>
              </a:rPr>
              <a:t>Add cost, revenue and</a:t>
            </a:r>
          </a:p>
          <a:p xmlns:a="http://schemas.openxmlformats.org/drawingml/2006/main">
            <a:pPr algn="l">
              <a:defRPr sz="1650" b="0">
                <a:solidFill>
                  <a:srgbClr val="F7F6F2"/>
                </a:solidFill>
                <a:latin typeface="Arial"/>
                <a:ea typeface="Arial"/>
                <a:cs typeface="Arial"/>
              </a:defRPr>
            </a:pPr>
            <a:r>
              <a:rPr sz="1650" b="0">
                <a:solidFill>
                  <a:srgbClr val="F7F6F2"/>
                </a:solidFill>
                <a:latin typeface="Arial"/>
                <a:ea typeface="Arial"/>
                <a:cs typeface="Arial"/>
              </a:rPr>
              <a:t>feasibility evidence.</a:t>
            </a:r>
          </a:p>
        </p:txBody>
      </p:sp>
      <p:sp>
        <p:nvSpPr>
          <p:cNvPr id="19" name="divider-84">
            <a:extLst xmlns:a="http://schemas.openxmlformats.org/drawingml/2006/main">
              <a:ext uri="{FF2B5EF4-FFF2-40B4-BE49-F238E27FC236}">
                <a16:creationId xmlns:a16="http://schemas.microsoft.com/office/drawing/2014/main" id="{37327050-C476-4D26-97E3-3A7BF9250527}"/>
              </a:ext>
            </a:extLst>
          </p:cNvPr>
          <p:cNvSpPr>
            <a:spLocks xmlns:a="http://schemas.openxmlformats.org/drawingml/2006/main" noGrp="1"/>
          </p:cNvSpPr>
          <p:nvPr/>
        </p:nvSpPr>
        <p:spPr>
          <a:xfrm xmlns:a="http://schemas.openxmlformats.org/drawingml/2006/main">
            <a:off x="609600" y="5800725"/>
            <a:ext cx="10972800" cy="0"/>
          </a:xfrm>
          <a:prstGeom xmlns:a="http://schemas.openxmlformats.org/drawingml/2006/main" prst="line">
            <a:avLst/>
          </a:prstGeom>
          <a:noFill xmlns:a="http://schemas.openxmlformats.org/drawingml/2006/main"/>
          <a:ln xmlns:a="http://schemas.openxmlformats.org/drawingml/2006/main" w="9525">
            <a:solidFill>
              <a:srgbClr val="4B4942"/>
            </a:solidFill>
          </a:ln>
        </p:spPr>
      </p:sp>
      <p:sp>
        <p:nvSpPr>
          <p:cNvPr id="20" name="text-85">
            <a:extLst xmlns:a="http://schemas.openxmlformats.org/drawingml/2006/main">
              <a:ext uri="{FF2B5EF4-FFF2-40B4-BE49-F238E27FC236}">
                <a16:creationId xmlns:a16="http://schemas.microsoft.com/office/drawing/2014/main" id="{BF475C2C-7D83-40D2-8404-33839BE83DC6}"/>
              </a:ext>
            </a:extLst>
          </p:cNvPr>
          <p:cNvSpPr>
            <a:spLocks xmlns:a="http://schemas.openxmlformats.org/drawingml/2006/main" noGrp="1"/>
          </p:cNvSpPr>
          <p:nvPr/>
        </p:nvSpPr>
        <p:spPr>
          <a:xfrm xmlns:a="http://schemas.openxmlformats.org/drawingml/2006/main">
            <a:off x="609600" y="6010275"/>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6F2"/>
                </a:solidFill>
                <a:latin typeface="Arial"/>
                <a:ea typeface="Arial"/>
                <a:cs typeface="Arial"/>
              </a:defRPr>
            </a:defPPr>
            <a:lvl1pPr algn="l">
              <a:defRPr sz="1875" b="1">
                <a:solidFill>
                  <a:srgbClr val="F7F6F2"/>
                </a:solidFill>
                <a:latin typeface="Arial"/>
                <a:ea typeface="Arial"/>
                <a:cs typeface="Arial"/>
              </a:defRPr>
            </a:lvl1pPr>
            <a:lvl2pPr algn="l">
              <a:defRPr sz="1875" b="1">
                <a:solidFill>
                  <a:srgbClr val="F7F6F2"/>
                </a:solidFill>
                <a:latin typeface="Arial"/>
                <a:ea typeface="Arial"/>
                <a:cs typeface="Arial"/>
              </a:defRPr>
            </a:lvl2pPr>
            <a:lvl3pPr algn="l">
              <a:defRPr sz="1875" b="1">
                <a:solidFill>
                  <a:srgbClr val="F7F6F2"/>
                </a:solidFill>
                <a:latin typeface="Arial"/>
                <a:ea typeface="Arial"/>
                <a:cs typeface="Arial"/>
              </a:defRPr>
            </a:lvl3pPr>
            <a:lvl4pPr algn="l">
              <a:defRPr sz="1875" b="1">
                <a:solidFill>
                  <a:srgbClr val="F7F6F2"/>
                </a:solidFill>
                <a:latin typeface="Arial"/>
                <a:ea typeface="Arial"/>
                <a:cs typeface="Arial"/>
              </a:defRPr>
            </a:lvl4pPr>
            <a:lvl5pPr algn="l">
              <a:defRPr sz="1875" b="1">
                <a:solidFill>
                  <a:srgbClr val="F7F6F2"/>
                </a:solidFill>
                <a:latin typeface="Arial"/>
                <a:ea typeface="Arial"/>
                <a:cs typeface="Arial"/>
              </a:defRPr>
            </a:lvl5pPr>
            <a:lvl6pPr algn="l">
              <a:defRPr sz="1875" b="1">
                <a:solidFill>
                  <a:srgbClr val="F7F6F2"/>
                </a:solidFill>
                <a:latin typeface="Arial"/>
                <a:ea typeface="Arial"/>
                <a:cs typeface="Arial"/>
              </a:defRPr>
            </a:lvl6pPr>
            <a:lvl7pPr algn="l">
              <a:defRPr sz="1875" b="1">
                <a:solidFill>
                  <a:srgbClr val="F7F6F2"/>
                </a:solidFill>
                <a:latin typeface="Arial"/>
                <a:ea typeface="Arial"/>
                <a:cs typeface="Arial"/>
              </a:defRPr>
            </a:lvl7pPr>
            <a:lvl8pPr algn="l">
              <a:defRPr sz="1875" b="1">
                <a:solidFill>
                  <a:srgbClr val="F7F6F2"/>
                </a:solidFill>
                <a:latin typeface="Arial"/>
                <a:ea typeface="Arial"/>
                <a:cs typeface="Arial"/>
              </a:defRPr>
            </a:lvl8pPr>
            <a:lvl9pPr algn="l">
              <a:defRPr sz="1875" b="1">
                <a:solidFill>
                  <a:srgbClr val="F7F6F2"/>
                </a:solidFill>
                <a:latin typeface="Arial"/>
                <a:ea typeface="Arial"/>
                <a:cs typeface="Arial"/>
              </a:defRPr>
            </a:lvl9pPr>
          </a:lstStyle>
          <a:p xmlns:a="http://schemas.openxmlformats.org/drawingml/2006/main">
            <a:pPr algn="l">
              <a:defRPr sz="1875" b="1">
                <a:solidFill>
                  <a:srgbClr val="F7F6F2"/>
                </a:solidFill>
                <a:latin typeface="Arial"/>
                <a:ea typeface="Arial"/>
                <a:cs typeface="Arial"/>
              </a:defRPr>
            </a:pPr>
            <a:r>
              <a:rPr sz="1875" b="1">
                <a:solidFill>
                  <a:srgbClr val="F7F6F2"/>
                </a:solidFill>
                <a:latin typeface="Arial"/>
                <a:ea typeface="Arial"/>
                <a:cs typeface="Arial"/>
              </a:rPr>
              <a:t>Try the live analyst</a:t>
            </a:r>
          </a:p>
        </p:txBody>
      </p:sp>
      <p:sp>
        <p:nvSpPr>
          <p:cNvPr id="21" name="text-86">
            <a:extLst xmlns:a="http://schemas.openxmlformats.org/drawingml/2006/main">
              <a:ext uri="{FF2B5EF4-FFF2-40B4-BE49-F238E27FC236}">
                <a16:creationId xmlns:a16="http://schemas.microsoft.com/office/drawing/2014/main" id="{73EB4813-49CB-4BBA-B470-E99EFCF1DC9A}"/>
              </a:ext>
            </a:extLst>
          </p:cNvPr>
          <p:cNvSpPr>
            <a:spLocks xmlns:a="http://schemas.openxmlformats.org/drawingml/2006/main" noGrp="1"/>
          </p:cNvSpPr>
          <p:nvPr/>
        </p:nvSpPr>
        <p:spPr>
          <a:xfrm xmlns:a="http://schemas.openxmlformats.org/drawingml/2006/main">
            <a:off x="4219575" y="6057900"/>
            <a:ext cx="736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F7F6F2"/>
                </a:solidFill>
                <a:latin typeface="Arial"/>
                <a:ea typeface="Arial"/>
                <a:cs typeface="Arial"/>
              </a:defRPr>
            </a:defPPr>
            <a:lvl1pPr algn="l">
              <a:defRPr sz="1575" b="0">
                <a:solidFill>
                  <a:srgbClr val="F7F6F2"/>
                </a:solidFill>
                <a:latin typeface="Arial"/>
                <a:ea typeface="Arial"/>
                <a:cs typeface="Arial"/>
              </a:defRPr>
            </a:lvl1pPr>
            <a:lvl2pPr algn="l">
              <a:defRPr sz="1575" b="0">
                <a:solidFill>
                  <a:srgbClr val="F7F6F2"/>
                </a:solidFill>
                <a:latin typeface="Arial"/>
                <a:ea typeface="Arial"/>
                <a:cs typeface="Arial"/>
              </a:defRPr>
            </a:lvl2pPr>
            <a:lvl3pPr algn="l">
              <a:defRPr sz="1575" b="0">
                <a:solidFill>
                  <a:srgbClr val="F7F6F2"/>
                </a:solidFill>
                <a:latin typeface="Arial"/>
                <a:ea typeface="Arial"/>
                <a:cs typeface="Arial"/>
              </a:defRPr>
            </a:lvl3pPr>
            <a:lvl4pPr algn="l">
              <a:defRPr sz="1575" b="0">
                <a:solidFill>
                  <a:srgbClr val="F7F6F2"/>
                </a:solidFill>
                <a:latin typeface="Arial"/>
                <a:ea typeface="Arial"/>
                <a:cs typeface="Arial"/>
              </a:defRPr>
            </a:lvl4pPr>
            <a:lvl5pPr algn="l">
              <a:defRPr sz="1575" b="0">
                <a:solidFill>
                  <a:srgbClr val="F7F6F2"/>
                </a:solidFill>
                <a:latin typeface="Arial"/>
                <a:ea typeface="Arial"/>
                <a:cs typeface="Arial"/>
              </a:defRPr>
            </a:lvl5pPr>
            <a:lvl6pPr algn="l">
              <a:defRPr sz="1575" b="0">
                <a:solidFill>
                  <a:srgbClr val="F7F6F2"/>
                </a:solidFill>
                <a:latin typeface="Arial"/>
                <a:ea typeface="Arial"/>
                <a:cs typeface="Arial"/>
              </a:defRPr>
            </a:lvl6pPr>
            <a:lvl7pPr algn="l">
              <a:defRPr sz="1575" b="0">
                <a:solidFill>
                  <a:srgbClr val="F7F6F2"/>
                </a:solidFill>
                <a:latin typeface="Arial"/>
                <a:ea typeface="Arial"/>
                <a:cs typeface="Arial"/>
              </a:defRPr>
            </a:lvl7pPr>
            <a:lvl8pPr algn="l">
              <a:defRPr sz="1575" b="0">
                <a:solidFill>
                  <a:srgbClr val="F7F6F2"/>
                </a:solidFill>
                <a:latin typeface="Arial"/>
                <a:ea typeface="Arial"/>
                <a:cs typeface="Arial"/>
              </a:defRPr>
            </a:lvl8pPr>
            <a:lvl9pPr algn="l">
              <a:defRPr sz="1575" b="0">
                <a:solidFill>
                  <a:srgbClr val="F7F6F2"/>
                </a:solidFill>
                <a:latin typeface="Arial"/>
                <a:ea typeface="Arial"/>
                <a:cs typeface="Arial"/>
              </a:defRPr>
            </a:lvl9pPr>
          </a:lstStyle>
          <a:p xmlns:a="http://schemas.openxmlformats.org/drawingml/2006/main">
            <a:pPr algn="l">
              <a:defRPr sz="1575" b="0">
                <a:solidFill>
                  <a:srgbClr val="F7F6F2"/>
                </a:solidFill>
                <a:latin typeface="Arial"/>
                <a:ea typeface="Arial"/>
                <a:cs typeface="Arial"/>
              </a:defRPr>
            </a:pPr>
            <a:r>
              <a:rPr sz="1575" b="0">
                <a:solidFill>
                  <a:srgbClr val="F7F6F2"/>
                </a:solidFill>
                <a:latin typeface="Arial"/>
                <a:ea typeface="Arial"/>
                <a:cs typeface="Arial"/>
                <a:hlinkClick xmlns:r="http://schemas.openxmlformats.org/officeDocument/2006/relationships" r:id="Rb8ecb23b46b84ee0"/>
              </a:rPr>
              <a:t>airport-investment-agent-n37j.onrender.com</a:t>
            </a:r>
          </a:p>
        </p:txBody>
      </p:sp>
      <p:sp>
        <p:nvSpPr>
          <p:cNvPr id="22" name="text-87">
            <a:extLst xmlns:a="http://schemas.openxmlformats.org/drawingml/2006/main">
              <a:ext uri="{FF2B5EF4-FFF2-40B4-BE49-F238E27FC236}">
                <a16:creationId xmlns:a16="http://schemas.microsoft.com/office/drawing/2014/main" id="{8947EC79-8367-4C47-A26B-0C67D073B02B}"/>
              </a:ext>
            </a:extLst>
          </p:cNvPr>
          <p:cNvSpPr>
            <a:spLocks xmlns:a="http://schemas.openxmlformats.org/drawingml/2006/main" noGrp="1"/>
          </p:cNvSpPr>
          <p:nvPr/>
        </p:nvSpPr>
        <p:spPr>
          <a:xfrm xmlns:a="http://schemas.openxmlformats.org/drawingml/2006/main">
            <a:off x="4219575" y="6419850"/>
            <a:ext cx="73628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CFCBC2"/>
                </a:solidFill>
                <a:latin typeface="Arial"/>
                <a:ea typeface="Arial"/>
                <a:cs typeface="Arial"/>
              </a:defRPr>
            </a:defPPr>
            <a:lvl1pPr algn="l">
              <a:defRPr sz="1125" b="0">
                <a:solidFill>
                  <a:srgbClr val="CFCBC2"/>
                </a:solidFill>
                <a:latin typeface="Arial"/>
                <a:ea typeface="Arial"/>
                <a:cs typeface="Arial"/>
              </a:defRPr>
            </a:lvl1pPr>
            <a:lvl2pPr algn="l">
              <a:defRPr sz="1125" b="0">
                <a:solidFill>
                  <a:srgbClr val="CFCBC2"/>
                </a:solidFill>
                <a:latin typeface="Arial"/>
                <a:ea typeface="Arial"/>
                <a:cs typeface="Arial"/>
              </a:defRPr>
            </a:lvl2pPr>
            <a:lvl3pPr algn="l">
              <a:defRPr sz="1125" b="0">
                <a:solidFill>
                  <a:srgbClr val="CFCBC2"/>
                </a:solidFill>
                <a:latin typeface="Arial"/>
                <a:ea typeface="Arial"/>
                <a:cs typeface="Arial"/>
              </a:defRPr>
            </a:lvl3pPr>
            <a:lvl4pPr algn="l">
              <a:defRPr sz="1125" b="0">
                <a:solidFill>
                  <a:srgbClr val="CFCBC2"/>
                </a:solidFill>
                <a:latin typeface="Arial"/>
                <a:ea typeface="Arial"/>
                <a:cs typeface="Arial"/>
              </a:defRPr>
            </a:lvl4pPr>
            <a:lvl5pPr algn="l">
              <a:defRPr sz="1125" b="0">
                <a:solidFill>
                  <a:srgbClr val="CFCBC2"/>
                </a:solidFill>
                <a:latin typeface="Arial"/>
                <a:ea typeface="Arial"/>
                <a:cs typeface="Arial"/>
              </a:defRPr>
            </a:lvl5pPr>
            <a:lvl6pPr algn="l">
              <a:defRPr sz="1125" b="0">
                <a:solidFill>
                  <a:srgbClr val="CFCBC2"/>
                </a:solidFill>
                <a:latin typeface="Arial"/>
                <a:ea typeface="Arial"/>
                <a:cs typeface="Arial"/>
              </a:defRPr>
            </a:lvl6pPr>
            <a:lvl7pPr algn="l">
              <a:defRPr sz="1125" b="0">
                <a:solidFill>
                  <a:srgbClr val="CFCBC2"/>
                </a:solidFill>
                <a:latin typeface="Arial"/>
                <a:ea typeface="Arial"/>
                <a:cs typeface="Arial"/>
              </a:defRPr>
            </a:lvl7pPr>
            <a:lvl8pPr algn="l">
              <a:defRPr sz="1125" b="0">
                <a:solidFill>
                  <a:srgbClr val="CFCBC2"/>
                </a:solidFill>
                <a:latin typeface="Arial"/>
                <a:ea typeface="Arial"/>
                <a:cs typeface="Arial"/>
              </a:defRPr>
            </a:lvl8pPr>
            <a:lvl9pPr algn="l">
              <a:defRPr sz="1125" b="0">
                <a:solidFill>
                  <a:srgbClr val="CFCBC2"/>
                </a:solidFill>
                <a:latin typeface="Arial"/>
                <a:ea typeface="Arial"/>
                <a:cs typeface="Arial"/>
              </a:defRPr>
            </a:lvl9pPr>
          </a:lstStyle>
          <a:p xmlns:a="http://schemas.openxmlformats.org/drawingml/2006/main">
            <a:pPr algn="l">
              <a:defRPr sz="1125" b="0">
                <a:solidFill>
                  <a:srgbClr val="CFCBC2"/>
                </a:solidFill>
                <a:latin typeface="Arial"/>
                <a:ea typeface="Arial"/>
                <a:cs typeface="Arial"/>
              </a:defRPr>
            </a:pPr>
            <a:r>
              <a:rPr sz="1125" b="0">
                <a:solidFill>
                  <a:srgbClr val="CFCBC2"/>
                </a:solidFill>
                <a:latin typeface="Arial"/>
                <a:ea typeface="Arial"/>
                <a:cs typeface="Arial"/>
              </a:rPr>
              <a:t>Reviewer access supplied separately</a:t>
            </a:r>
          </a:p>
        </p:txBody>
      </p:sp>
    </p:spTree>
    <p:extLst>
      <p:ext uri="{BB962C8B-B14F-4D97-AF65-F5344CB8AC3E}">
        <p14:creationId xmlns:p14="http://schemas.microsoft.com/office/powerpoint/2010/main" val="1707532789"/>
      </p:ext>
    </p:extLst>
  </p:cSld>
</p:sld>
</file>

<file path=ppt/slides/slide6.xml><?xml version="1.0" encoding="utf-8"?>
<p:sld xmlns:a="http://schemas.openxmlformats.org/drawingml/2006/main" xmlns:p14="http://schemas.microsoft.com/office/powerpoint/2010/main" xmlns:p="http://schemas.openxmlformats.org/presentationml/2006/main">
  <p:cSld xmlns:p="http://schemas.openxmlformats.org/presentationml/2006/main" xmlns:a="http://schemas.openxmlformats.org/drawingml/2006/main" xmlns:p14="http://schemas.microsoft.com/office/powerpoint/2010/main" name="Airport analyst architecture">
    <p:bg>
      <p:bgPr>
        <a:solidFill xmlns:a="http://schemas.openxmlformats.org/drawingml/2006/main">
          <a:srgbClr val="F7F6F2"/>
        </a:solidFill>
      </p:bgPr>
    </p:bg>
    <p:spTree>
      <p:nvGrpSpPr>
        <p:cNvPr id="1" name=""/>
        <p:cNvGrpSpPr/>
        <p:nvPr/>
      </p:nvGrpSpPr>
      <p:grpSpPr/>
      <p:cxnSp>
        <p:nvCxnSpPr>
          <p:cNvPr id="34" name="Connector 1"/>
          <p:cNvCxnSpPr>
            <a:stCxn xmlns:a="http://schemas.openxmlformats.org/drawingml/2006/main" id="17" idx="2"/>
            <a:endCxn xmlns:a="http://schemas.openxmlformats.org/drawingml/2006/main" id="26" idx="0"/>
          </p:cNvCxnSpPr>
          <p:nvPr/>
        </p:nvCxnSpPr>
        <p:spPr>
          <a:xfrm xmlns:a="http://schemas.openxmlformats.org/drawingml/2006/main">
            <a:off x="10382250" y="3924300"/>
            <a:ext cx="0" cy="771525"/>
          </a:xfrm>
          <a:prstGeom xmlns:a="http://schemas.openxmlformats.org/drawingml/2006/main" prst="straightConnector1">
            <a:avLst/>
          </a:prstGeom>
          <a:ln xmlns:a="http://schemas.openxmlformats.org/drawingml/2006/main" w="14351">
            <a:solidFill>
              <a:srgbClr val="66645E"/>
            </a:solidFill>
            <a:prstDash val="solid"/>
            <a:tailEnd type="arrow"/>
          </a:ln>
        </p:spPr>
      </p:cxnSp>
      <p:cxnSp>
        <p:nvCxnSpPr>
          <p:cNvPr id="33" name="Connector 2"/>
          <p:cNvCxnSpPr>
            <a:stCxn xmlns:a="http://schemas.openxmlformats.org/drawingml/2006/main" id="14" idx="2"/>
            <a:endCxn xmlns:a="http://schemas.openxmlformats.org/drawingml/2006/main" id="23" idx="0"/>
          </p:cNvCxnSpPr>
          <p:nvPr/>
        </p:nvCxnSpPr>
        <p:spPr>
          <a:xfrm xmlns:a="http://schemas.openxmlformats.org/drawingml/2006/main">
            <a:off x="7524750" y="3924300"/>
            <a:ext cx="0" cy="771525"/>
          </a:xfrm>
          <a:prstGeom xmlns:a="http://schemas.openxmlformats.org/drawingml/2006/main" prst="straightConnector1">
            <a:avLst/>
          </a:prstGeom>
          <a:ln xmlns:a="http://schemas.openxmlformats.org/drawingml/2006/main" w="14351">
            <a:solidFill>
              <a:srgbClr val="66645E"/>
            </a:solidFill>
            <a:prstDash val="dash"/>
            <a:tailEnd type="arrow"/>
          </a:ln>
        </p:spPr>
      </p:cxnSp>
      <p:cxnSp>
        <p:nvCxnSpPr>
          <p:cNvPr id="32" name="Connector 3"/>
          <p:cNvCxnSpPr>
            <a:stCxn xmlns:a="http://schemas.openxmlformats.org/drawingml/2006/main" id="11" idx="2"/>
            <a:endCxn xmlns:a="http://schemas.openxmlformats.org/drawingml/2006/main" id="20" idx="0"/>
          </p:cNvCxnSpPr>
          <p:nvPr/>
        </p:nvCxnSpPr>
        <p:spPr>
          <a:xfrm xmlns:a="http://schemas.openxmlformats.org/drawingml/2006/main">
            <a:off x="4667250" y="3924300"/>
            <a:ext cx="0" cy="771525"/>
          </a:xfrm>
          <a:prstGeom xmlns:a="http://schemas.openxmlformats.org/drawingml/2006/main" prst="straightConnector1">
            <a:avLst/>
          </a:prstGeom>
          <a:ln xmlns:a="http://schemas.openxmlformats.org/drawingml/2006/main" w="14351">
            <a:solidFill>
              <a:srgbClr val="66645E"/>
            </a:solidFill>
            <a:prstDash val="solid"/>
            <a:tailEnd type="arrow"/>
          </a:ln>
        </p:spPr>
      </p:cxnSp>
      <p:cxnSp>
        <p:nvCxnSpPr>
          <p:cNvPr id="31" name="Connector 4"/>
          <p:cNvCxnSpPr>
            <a:stCxn xmlns:a="http://schemas.openxmlformats.org/drawingml/2006/main" id="14" idx="3"/>
            <a:endCxn xmlns:a="http://schemas.openxmlformats.org/drawingml/2006/main" id="17" idx="1"/>
          </p:cNvCxnSpPr>
          <p:nvPr/>
        </p:nvCxnSpPr>
        <p:spPr>
          <a:xfrm xmlns:a="http://schemas.openxmlformats.org/drawingml/2006/main">
            <a:off x="8724900" y="3305175"/>
            <a:ext cx="457200" cy="0"/>
          </a:xfrm>
          <a:prstGeom xmlns:a="http://schemas.openxmlformats.org/drawingml/2006/main" prst="straightConnector1">
            <a:avLst/>
          </a:prstGeom>
          <a:ln xmlns:a="http://schemas.openxmlformats.org/drawingml/2006/main" w="14351">
            <a:solidFill>
              <a:srgbClr val="66645E"/>
            </a:solidFill>
            <a:prstDash val="solid"/>
            <a:tailEnd type="arrow"/>
          </a:ln>
        </p:spPr>
      </p:cxnSp>
      <p:cxnSp>
        <p:nvCxnSpPr>
          <p:cNvPr id="30" name="Connector 5"/>
          <p:cNvCxnSpPr>
            <a:stCxn xmlns:a="http://schemas.openxmlformats.org/drawingml/2006/main" id="11" idx="3"/>
            <a:endCxn xmlns:a="http://schemas.openxmlformats.org/drawingml/2006/main" id="14" idx="1"/>
          </p:cNvCxnSpPr>
          <p:nvPr/>
        </p:nvCxnSpPr>
        <p:spPr>
          <a:xfrm xmlns:a="http://schemas.openxmlformats.org/drawingml/2006/main">
            <a:off x="5867400" y="3305175"/>
            <a:ext cx="457200" cy="0"/>
          </a:xfrm>
          <a:prstGeom xmlns:a="http://schemas.openxmlformats.org/drawingml/2006/main" prst="straightConnector1">
            <a:avLst/>
          </a:prstGeom>
          <a:ln xmlns:a="http://schemas.openxmlformats.org/drawingml/2006/main" w="14351">
            <a:solidFill>
              <a:srgbClr val="66645E"/>
            </a:solidFill>
            <a:prstDash val="solid"/>
            <a:tailEnd type="arrow"/>
          </a:ln>
        </p:spPr>
      </p:cxnSp>
      <p:cxnSp>
        <p:nvCxnSpPr>
          <p:cNvPr id="29" name="Connector 6"/>
          <p:cNvCxnSpPr>
            <a:stCxn xmlns:a="http://schemas.openxmlformats.org/drawingml/2006/main" id="8" idx="3"/>
            <a:endCxn xmlns:a="http://schemas.openxmlformats.org/drawingml/2006/main" id="11" idx="1"/>
          </p:cNvCxnSpPr>
          <p:nvPr/>
        </p:nvCxnSpPr>
        <p:spPr>
          <a:xfrm xmlns:a="http://schemas.openxmlformats.org/drawingml/2006/main">
            <a:off x="3009900" y="3305175"/>
            <a:ext cx="457200" cy="0"/>
          </a:xfrm>
          <a:prstGeom xmlns:a="http://schemas.openxmlformats.org/drawingml/2006/main" prst="straightConnector1">
            <a:avLst/>
          </a:prstGeom>
          <a:ln xmlns:a="http://schemas.openxmlformats.org/drawingml/2006/main" w="14351">
            <a:solidFill>
              <a:srgbClr val="66645E"/>
            </a:solidFill>
            <a:prstDash val="solid"/>
            <a:headEnd type="arrow"/>
            <a:tailEnd type="arrow"/>
          </a:ln>
        </p:spPr>
      </p:cxnSp>
      <p:sp>
        <p:nvSpPr>
          <p:cNvPr id="42" name="text-1"/>
          <p:cNvSpPr>
            <a:spLocks xmlns:a="http://schemas.openxmlformats.org/drawingml/2006/main" noGrp="1"/>
          </p:cNvSpPr>
          <p:nvPr/>
        </p:nvSpPr>
        <p:spPr>
          <a:xfrm xmlns:a="http://schemas.openxmlformats.org/drawingml/2006/main">
            <a:off x="609600" y="304800"/>
            <a:ext cx="9525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125" b="1">
                <a:solidFill>
                  <a:srgbClr val="66645E"/>
                </a:solidFill>
                <a:latin typeface="Arial"/>
                <a:ea typeface="Arial"/>
                <a:cs typeface="Arial"/>
              </a:defRPr>
            </a:defPPr>
            <a:lvl1pPr algn="l">
              <a:defRPr sz="1125" b="1">
                <a:solidFill>
                  <a:srgbClr val="66645E"/>
                </a:solidFill>
                <a:latin typeface="Arial"/>
                <a:ea typeface="Arial"/>
                <a:cs typeface="Arial"/>
              </a:defRPr>
            </a:lvl1pPr>
            <a:lvl2pPr algn="l">
              <a:defRPr sz="1125" b="1">
                <a:solidFill>
                  <a:srgbClr val="66645E"/>
                </a:solidFill>
                <a:latin typeface="Arial"/>
                <a:ea typeface="Arial"/>
                <a:cs typeface="Arial"/>
              </a:defRPr>
            </a:lvl2pPr>
            <a:lvl3pPr algn="l">
              <a:defRPr sz="1125" b="1">
                <a:solidFill>
                  <a:srgbClr val="66645E"/>
                </a:solidFill>
                <a:latin typeface="Arial"/>
                <a:ea typeface="Arial"/>
                <a:cs typeface="Arial"/>
              </a:defRPr>
            </a:lvl3pPr>
            <a:lvl4pPr algn="l">
              <a:defRPr sz="1125" b="1">
                <a:solidFill>
                  <a:srgbClr val="66645E"/>
                </a:solidFill>
                <a:latin typeface="Arial"/>
                <a:ea typeface="Arial"/>
                <a:cs typeface="Arial"/>
              </a:defRPr>
            </a:lvl4pPr>
            <a:lvl5pPr algn="l">
              <a:defRPr sz="1125" b="1">
                <a:solidFill>
                  <a:srgbClr val="66645E"/>
                </a:solidFill>
                <a:latin typeface="Arial"/>
                <a:ea typeface="Arial"/>
                <a:cs typeface="Arial"/>
              </a:defRPr>
            </a:lvl5pPr>
            <a:lvl6pPr algn="l">
              <a:defRPr sz="1125" b="1">
                <a:solidFill>
                  <a:srgbClr val="66645E"/>
                </a:solidFill>
                <a:latin typeface="Arial"/>
                <a:ea typeface="Arial"/>
                <a:cs typeface="Arial"/>
              </a:defRPr>
            </a:lvl6pPr>
            <a:lvl7pPr algn="l">
              <a:defRPr sz="1125" b="1">
                <a:solidFill>
                  <a:srgbClr val="66645E"/>
                </a:solidFill>
                <a:latin typeface="Arial"/>
                <a:ea typeface="Arial"/>
                <a:cs typeface="Arial"/>
              </a:defRPr>
            </a:lvl7pPr>
            <a:lvl8pPr algn="l">
              <a:defRPr sz="1125" b="1">
                <a:solidFill>
                  <a:srgbClr val="66645E"/>
                </a:solidFill>
                <a:latin typeface="Arial"/>
                <a:ea typeface="Arial"/>
                <a:cs typeface="Arial"/>
              </a:defRPr>
            </a:lvl8pPr>
            <a:lvl9pPr algn="l">
              <a:defRPr sz="1125" b="1">
                <a:solidFill>
                  <a:srgbClr val="66645E"/>
                </a:solidFill>
                <a:latin typeface="Arial"/>
                <a:ea typeface="Arial"/>
                <a:cs typeface="Arial"/>
              </a:defRPr>
            </a:lvl9pPr>
          </a:lstStyle>
          <a:p xmlns:a="http://schemas.openxmlformats.org/drawingml/2006/main">
            <a:pPr algn="l">
              <a:defRPr xmlns:a="http://schemas.openxmlformats.org/drawingml/2006/main" sz="1125" b="1">
                <a:solidFill>
                  <a:srgbClr val="66645E"/>
                </a:solidFill>
                <a:latin typeface="Arial"/>
                <a:ea typeface="Arial"/>
                <a:cs typeface="Arial"/>
              </a:defRPr>
            </a:pPr>
            <a:r>
              <a:rPr sz="1125" b="1">
                <a:solidFill>
                  <a:srgbClr val="66645E"/>
                </a:solidFill>
                <a:latin typeface="Arial"/>
                <a:ea typeface="Arial"/>
                <a:cs typeface="Arial"/>
              </a:rPr>
              <a:t>AIRPORT INVESTMENT INTELLIGENCE</a:t>
            </a:r>
          </a:p>
        </p:txBody>
      </p:sp>
      <p:sp>
        <p:nvSpPr>
          <p:cNvPr id="2" name="slide-title"/>
          <p:cNvSpPr>
            <a:spLocks xmlns:a="http://schemas.openxmlformats.org/drawingml/2006/main" noGrp="1"/>
          </p:cNvSpPr>
          <p:nvPr/>
        </p:nvSpPr>
        <p:spPr>
          <a:xfrm xmlns:a="http://schemas.openxmlformats.org/drawingml/2006/main">
            <a:off x="609600" y="876300"/>
            <a:ext cx="109728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3600" b="0">
                <a:solidFill>
                  <a:srgbClr val="1B1A17"/>
                </a:solidFill>
                <a:latin typeface="Georgia"/>
                <a:ea typeface="Georgia"/>
                <a:cs typeface="Georgia"/>
              </a:defRPr>
            </a:defPPr>
            <a:lvl1pPr algn="l">
              <a:defRPr sz="3600" b="0">
                <a:solidFill>
                  <a:srgbClr val="1B1A17"/>
                </a:solidFill>
                <a:latin typeface="Georgia"/>
                <a:ea typeface="Georgia"/>
                <a:cs typeface="Georgia"/>
              </a:defRPr>
            </a:lvl1pPr>
            <a:lvl2pPr algn="l">
              <a:defRPr sz="3600" b="0">
                <a:solidFill>
                  <a:srgbClr val="1B1A17"/>
                </a:solidFill>
                <a:latin typeface="Georgia"/>
                <a:ea typeface="Georgia"/>
                <a:cs typeface="Georgia"/>
              </a:defRPr>
            </a:lvl2pPr>
            <a:lvl3pPr algn="l">
              <a:defRPr sz="3600" b="0">
                <a:solidFill>
                  <a:srgbClr val="1B1A17"/>
                </a:solidFill>
                <a:latin typeface="Georgia"/>
                <a:ea typeface="Georgia"/>
                <a:cs typeface="Georgia"/>
              </a:defRPr>
            </a:lvl3pPr>
            <a:lvl4pPr algn="l">
              <a:defRPr sz="3600" b="0">
                <a:solidFill>
                  <a:srgbClr val="1B1A17"/>
                </a:solidFill>
                <a:latin typeface="Georgia"/>
                <a:ea typeface="Georgia"/>
                <a:cs typeface="Georgia"/>
              </a:defRPr>
            </a:lvl4pPr>
            <a:lvl5pPr algn="l">
              <a:defRPr sz="3600" b="0">
                <a:solidFill>
                  <a:srgbClr val="1B1A17"/>
                </a:solidFill>
                <a:latin typeface="Georgia"/>
                <a:ea typeface="Georgia"/>
                <a:cs typeface="Georgia"/>
              </a:defRPr>
            </a:lvl5pPr>
            <a:lvl6pPr algn="l">
              <a:defRPr sz="3600" b="0">
                <a:solidFill>
                  <a:srgbClr val="1B1A17"/>
                </a:solidFill>
                <a:latin typeface="Georgia"/>
                <a:ea typeface="Georgia"/>
                <a:cs typeface="Georgia"/>
              </a:defRPr>
            </a:lvl6pPr>
            <a:lvl7pPr algn="l">
              <a:defRPr sz="3600" b="0">
                <a:solidFill>
                  <a:srgbClr val="1B1A17"/>
                </a:solidFill>
                <a:latin typeface="Georgia"/>
                <a:ea typeface="Georgia"/>
                <a:cs typeface="Georgia"/>
              </a:defRPr>
            </a:lvl7pPr>
            <a:lvl8pPr algn="l">
              <a:defRPr sz="3600" b="0">
                <a:solidFill>
                  <a:srgbClr val="1B1A17"/>
                </a:solidFill>
                <a:latin typeface="Georgia"/>
                <a:ea typeface="Georgia"/>
                <a:cs typeface="Georgia"/>
              </a:defRPr>
            </a:lvl8pPr>
            <a:lvl9pPr algn="l">
              <a:defRPr sz="3600" b="0">
                <a:solidFill>
                  <a:srgbClr val="1B1A17"/>
                </a:solidFill>
                <a:latin typeface="Georgia"/>
                <a:ea typeface="Georgia"/>
                <a:cs typeface="Georgia"/>
              </a:defRPr>
            </a:lvl9pPr>
          </a:lstStyle>
          <a:p xmlns:a="http://schemas.openxmlformats.org/drawingml/2006/main">
            <a:pPr algn="l">
              <a:defRPr xmlns:a="http://schemas.openxmlformats.org/drawingml/2006/main" sz="3600" b="0">
                <a:solidFill>
                  <a:srgbClr val="1B1A17"/>
                </a:solidFill>
                <a:latin typeface="Georgia"/>
                <a:ea typeface="Georgia"/>
                <a:cs typeface="Georgia"/>
              </a:defRPr>
            </a:pPr>
            <a:r>
              <a:rPr sz="3600" b="0">
                <a:solidFill>
                  <a:srgbClr val="1B1A17"/>
                </a:solidFill>
                <a:latin typeface="Georgia"/>
                <a:ea typeface="Georgia"/>
                <a:cs typeface="Georgia"/>
              </a:rPr>
              <a:t>Airport analyst architecture</a:t>
            </a:r>
          </a:p>
        </p:txBody>
      </p:sp>
      <p:sp>
        <p:nvSpPr>
          <p:cNvPr id="3" name="text-2"/>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2025" b="0">
                <a:solidFill>
                  <a:srgbClr val="66645E"/>
                </a:solidFill>
                <a:latin typeface="Arial"/>
                <a:ea typeface="Arial"/>
                <a:cs typeface="Arial"/>
              </a:defRPr>
            </a:defPPr>
            <a:lvl1pPr algn="l">
              <a:defRPr sz="2025" b="0">
                <a:solidFill>
                  <a:srgbClr val="66645E"/>
                </a:solidFill>
                <a:latin typeface="Arial"/>
                <a:ea typeface="Arial"/>
                <a:cs typeface="Arial"/>
              </a:defRPr>
            </a:lvl1pPr>
            <a:lvl2pPr algn="l">
              <a:defRPr sz="2025" b="0">
                <a:solidFill>
                  <a:srgbClr val="66645E"/>
                </a:solidFill>
                <a:latin typeface="Arial"/>
                <a:ea typeface="Arial"/>
                <a:cs typeface="Arial"/>
              </a:defRPr>
            </a:lvl2pPr>
            <a:lvl3pPr algn="l">
              <a:defRPr sz="2025" b="0">
                <a:solidFill>
                  <a:srgbClr val="66645E"/>
                </a:solidFill>
                <a:latin typeface="Arial"/>
                <a:ea typeface="Arial"/>
                <a:cs typeface="Arial"/>
              </a:defRPr>
            </a:lvl3pPr>
            <a:lvl4pPr algn="l">
              <a:defRPr sz="2025" b="0">
                <a:solidFill>
                  <a:srgbClr val="66645E"/>
                </a:solidFill>
                <a:latin typeface="Arial"/>
                <a:ea typeface="Arial"/>
                <a:cs typeface="Arial"/>
              </a:defRPr>
            </a:lvl4pPr>
            <a:lvl5pPr algn="l">
              <a:defRPr sz="2025" b="0">
                <a:solidFill>
                  <a:srgbClr val="66645E"/>
                </a:solidFill>
                <a:latin typeface="Arial"/>
                <a:ea typeface="Arial"/>
                <a:cs typeface="Arial"/>
              </a:defRPr>
            </a:lvl5pPr>
            <a:lvl6pPr algn="l">
              <a:defRPr sz="2025" b="0">
                <a:solidFill>
                  <a:srgbClr val="66645E"/>
                </a:solidFill>
                <a:latin typeface="Arial"/>
                <a:ea typeface="Arial"/>
                <a:cs typeface="Arial"/>
              </a:defRPr>
            </a:lvl6pPr>
            <a:lvl7pPr algn="l">
              <a:defRPr sz="2025" b="0">
                <a:solidFill>
                  <a:srgbClr val="66645E"/>
                </a:solidFill>
                <a:latin typeface="Arial"/>
                <a:ea typeface="Arial"/>
                <a:cs typeface="Arial"/>
              </a:defRPr>
            </a:lvl7pPr>
            <a:lvl8pPr algn="l">
              <a:defRPr sz="2025" b="0">
                <a:solidFill>
                  <a:srgbClr val="66645E"/>
                </a:solidFill>
                <a:latin typeface="Arial"/>
                <a:ea typeface="Arial"/>
                <a:cs typeface="Arial"/>
              </a:defRPr>
            </a:lvl8pPr>
            <a:lvl9pPr algn="l">
              <a:defRPr sz="2025" b="0">
                <a:solidFill>
                  <a:srgbClr val="66645E"/>
                </a:solidFill>
                <a:latin typeface="Arial"/>
                <a:ea typeface="Arial"/>
                <a:cs typeface="Arial"/>
              </a:defRPr>
            </a:lvl9pPr>
          </a:lstStyle>
          <a:p xmlns:a="http://schemas.openxmlformats.org/drawingml/2006/main">
            <a:pPr algn="l">
              <a:defRPr xmlns:a="http://schemas.openxmlformats.org/drawingml/2006/main" sz="2025" b="0">
                <a:solidFill>
                  <a:srgbClr val="66645E"/>
                </a:solidFill>
                <a:latin typeface="Arial"/>
                <a:ea typeface="Arial"/>
                <a:cs typeface="Arial"/>
              </a:defRPr>
            </a:pPr>
            <a:r>
              <a:rPr sz="2025" b="0">
                <a:solidFill>
                  <a:srgbClr val="66645E"/>
                </a:solidFill>
                <a:latin typeface="Arial"/>
                <a:ea typeface="Arial"/>
                <a:cs typeface="Arial"/>
              </a:rPr>
              <a:t>Claude chooses the tools. Python calculates the numbers.</a:t>
            </a:r>
          </a:p>
        </p:txBody>
      </p:sp>
      <p:sp>
        <p:nvSpPr>
          <p:cNvPr id="4" name="text-3"/>
          <p:cNvSpPr>
            <a:spLocks xmlns:a="http://schemas.openxmlformats.org/drawingml/2006/main" noGrp="1"/>
          </p:cNvSpPr>
          <p:nvPr/>
        </p:nvSpPr>
        <p:spPr>
          <a:xfrm xmlns:a="http://schemas.openxmlformats.org/drawingml/2006/main">
            <a:off x="609600" y="2295525"/>
            <a:ext cx="24003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125" b="1">
                <a:solidFill>
                  <a:srgbClr val="7C69A8"/>
                </a:solidFill>
                <a:latin typeface="Arial"/>
                <a:ea typeface="Arial"/>
                <a:cs typeface="Arial"/>
              </a:defRPr>
            </a:defPPr>
            <a:lvl1pPr algn="l">
              <a:defRPr sz="1125" b="1">
                <a:solidFill>
                  <a:srgbClr val="7C69A8"/>
                </a:solidFill>
                <a:latin typeface="Arial"/>
                <a:ea typeface="Arial"/>
                <a:cs typeface="Arial"/>
              </a:defRPr>
            </a:lvl1pPr>
            <a:lvl2pPr algn="l">
              <a:defRPr sz="1125" b="1">
                <a:solidFill>
                  <a:srgbClr val="7C69A8"/>
                </a:solidFill>
                <a:latin typeface="Arial"/>
                <a:ea typeface="Arial"/>
                <a:cs typeface="Arial"/>
              </a:defRPr>
            </a:lvl2pPr>
            <a:lvl3pPr algn="l">
              <a:defRPr sz="1125" b="1">
                <a:solidFill>
                  <a:srgbClr val="7C69A8"/>
                </a:solidFill>
                <a:latin typeface="Arial"/>
                <a:ea typeface="Arial"/>
                <a:cs typeface="Arial"/>
              </a:defRPr>
            </a:lvl3pPr>
            <a:lvl4pPr algn="l">
              <a:defRPr sz="1125" b="1">
                <a:solidFill>
                  <a:srgbClr val="7C69A8"/>
                </a:solidFill>
                <a:latin typeface="Arial"/>
                <a:ea typeface="Arial"/>
                <a:cs typeface="Arial"/>
              </a:defRPr>
            </a:lvl4pPr>
            <a:lvl5pPr algn="l">
              <a:defRPr sz="1125" b="1">
                <a:solidFill>
                  <a:srgbClr val="7C69A8"/>
                </a:solidFill>
                <a:latin typeface="Arial"/>
                <a:ea typeface="Arial"/>
                <a:cs typeface="Arial"/>
              </a:defRPr>
            </a:lvl5pPr>
            <a:lvl6pPr algn="l">
              <a:defRPr sz="1125" b="1">
                <a:solidFill>
                  <a:srgbClr val="7C69A8"/>
                </a:solidFill>
                <a:latin typeface="Arial"/>
                <a:ea typeface="Arial"/>
                <a:cs typeface="Arial"/>
              </a:defRPr>
            </a:lvl6pPr>
            <a:lvl7pPr algn="l">
              <a:defRPr sz="1125" b="1">
                <a:solidFill>
                  <a:srgbClr val="7C69A8"/>
                </a:solidFill>
                <a:latin typeface="Arial"/>
                <a:ea typeface="Arial"/>
                <a:cs typeface="Arial"/>
              </a:defRPr>
            </a:lvl7pPr>
            <a:lvl8pPr algn="l">
              <a:defRPr sz="1125" b="1">
                <a:solidFill>
                  <a:srgbClr val="7C69A8"/>
                </a:solidFill>
                <a:latin typeface="Arial"/>
                <a:ea typeface="Arial"/>
                <a:cs typeface="Arial"/>
              </a:defRPr>
            </a:lvl8pPr>
            <a:lvl9pPr algn="l">
              <a:defRPr sz="1125" b="1">
                <a:solidFill>
                  <a:srgbClr val="7C69A8"/>
                </a:solidFill>
                <a:latin typeface="Arial"/>
                <a:ea typeface="Arial"/>
                <a:cs typeface="Arial"/>
              </a:defRPr>
            </a:lvl9pPr>
          </a:lstStyle>
          <a:p xmlns:a="http://schemas.openxmlformats.org/drawingml/2006/main">
            <a:pPr algn="l">
              <a:defRPr xmlns:a="http://schemas.openxmlformats.org/drawingml/2006/main" sz="1125" b="1">
                <a:solidFill>
                  <a:srgbClr val="7C69A8"/>
                </a:solidFill>
                <a:latin typeface="Arial"/>
                <a:ea typeface="Arial"/>
                <a:cs typeface="Arial"/>
              </a:defRPr>
            </a:pPr>
            <a:r>
              <a:rPr sz="1125" b="1">
                <a:solidFill>
                  <a:srgbClr val="7C69A8"/>
                </a:solidFill>
                <a:latin typeface="Arial"/>
                <a:ea typeface="Arial"/>
                <a:cs typeface="Arial"/>
              </a:rPr>
              <a:t>01  ASK</a:t>
            </a:r>
          </a:p>
        </p:txBody>
      </p:sp>
      <p:sp>
        <p:nvSpPr>
          <p:cNvPr id="5" name="text-4"/>
          <p:cNvSpPr>
            <a:spLocks xmlns:a="http://schemas.openxmlformats.org/drawingml/2006/main" noGrp="1"/>
          </p:cNvSpPr>
          <p:nvPr/>
        </p:nvSpPr>
        <p:spPr>
          <a:xfrm xmlns:a="http://schemas.openxmlformats.org/drawingml/2006/main">
            <a:off x="3467100" y="2295525"/>
            <a:ext cx="24003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125" b="1">
                <a:solidFill>
                  <a:srgbClr val="7C69A8"/>
                </a:solidFill>
                <a:latin typeface="Arial"/>
                <a:ea typeface="Arial"/>
                <a:cs typeface="Arial"/>
              </a:defRPr>
            </a:defPPr>
            <a:lvl1pPr algn="l">
              <a:defRPr sz="1125" b="1">
                <a:solidFill>
                  <a:srgbClr val="7C69A8"/>
                </a:solidFill>
                <a:latin typeface="Arial"/>
                <a:ea typeface="Arial"/>
                <a:cs typeface="Arial"/>
              </a:defRPr>
            </a:lvl1pPr>
            <a:lvl2pPr algn="l">
              <a:defRPr sz="1125" b="1">
                <a:solidFill>
                  <a:srgbClr val="7C69A8"/>
                </a:solidFill>
                <a:latin typeface="Arial"/>
                <a:ea typeface="Arial"/>
                <a:cs typeface="Arial"/>
              </a:defRPr>
            </a:lvl2pPr>
            <a:lvl3pPr algn="l">
              <a:defRPr sz="1125" b="1">
                <a:solidFill>
                  <a:srgbClr val="7C69A8"/>
                </a:solidFill>
                <a:latin typeface="Arial"/>
                <a:ea typeface="Arial"/>
                <a:cs typeface="Arial"/>
              </a:defRPr>
            </a:lvl3pPr>
            <a:lvl4pPr algn="l">
              <a:defRPr sz="1125" b="1">
                <a:solidFill>
                  <a:srgbClr val="7C69A8"/>
                </a:solidFill>
                <a:latin typeface="Arial"/>
                <a:ea typeface="Arial"/>
                <a:cs typeface="Arial"/>
              </a:defRPr>
            </a:lvl4pPr>
            <a:lvl5pPr algn="l">
              <a:defRPr sz="1125" b="1">
                <a:solidFill>
                  <a:srgbClr val="7C69A8"/>
                </a:solidFill>
                <a:latin typeface="Arial"/>
                <a:ea typeface="Arial"/>
                <a:cs typeface="Arial"/>
              </a:defRPr>
            </a:lvl5pPr>
            <a:lvl6pPr algn="l">
              <a:defRPr sz="1125" b="1">
                <a:solidFill>
                  <a:srgbClr val="7C69A8"/>
                </a:solidFill>
                <a:latin typeface="Arial"/>
                <a:ea typeface="Arial"/>
                <a:cs typeface="Arial"/>
              </a:defRPr>
            </a:lvl6pPr>
            <a:lvl7pPr algn="l">
              <a:defRPr sz="1125" b="1">
                <a:solidFill>
                  <a:srgbClr val="7C69A8"/>
                </a:solidFill>
                <a:latin typeface="Arial"/>
                <a:ea typeface="Arial"/>
                <a:cs typeface="Arial"/>
              </a:defRPr>
            </a:lvl7pPr>
            <a:lvl8pPr algn="l">
              <a:defRPr sz="1125" b="1">
                <a:solidFill>
                  <a:srgbClr val="7C69A8"/>
                </a:solidFill>
                <a:latin typeface="Arial"/>
                <a:ea typeface="Arial"/>
                <a:cs typeface="Arial"/>
              </a:defRPr>
            </a:lvl8pPr>
            <a:lvl9pPr algn="l">
              <a:defRPr sz="1125" b="1">
                <a:solidFill>
                  <a:srgbClr val="7C69A8"/>
                </a:solidFill>
                <a:latin typeface="Arial"/>
                <a:ea typeface="Arial"/>
                <a:cs typeface="Arial"/>
              </a:defRPr>
            </a:lvl9pPr>
          </a:lstStyle>
          <a:p xmlns:a="http://schemas.openxmlformats.org/drawingml/2006/main">
            <a:pPr algn="l">
              <a:defRPr xmlns:a="http://schemas.openxmlformats.org/drawingml/2006/main" sz="1125" b="1">
                <a:solidFill>
                  <a:srgbClr val="7C69A8"/>
                </a:solidFill>
                <a:latin typeface="Arial"/>
                <a:ea typeface="Arial"/>
                <a:cs typeface="Arial"/>
              </a:defRPr>
            </a:pPr>
            <a:r>
              <a:rPr sz="1125" b="1">
                <a:solidFill>
                  <a:srgbClr val="7C69A8"/>
                </a:solidFill>
                <a:latin typeface="Arial"/>
                <a:ea typeface="Arial"/>
                <a:cs typeface="Arial"/>
              </a:rPr>
              <a:t>02  CHECK ACCESS</a:t>
            </a:r>
          </a:p>
        </p:txBody>
      </p:sp>
      <p:sp>
        <p:nvSpPr>
          <p:cNvPr id="6" name="text-5"/>
          <p:cNvSpPr>
            <a:spLocks xmlns:a="http://schemas.openxmlformats.org/drawingml/2006/main" noGrp="1"/>
          </p:cNvSpPr>
          <p:nvPr/>
        </p:nvSpPr>
        <p:spPr>
          <a:xfrm xmlns:a="http://schemas.openxmlformats.org/drawingml/2006/main">
            <a:off x="6324600" y="2295525"/>
            <a:ext cx="24003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125" b="1">
                <a:solidFill>
                  <a:srgbClr val="7C69A8"/>
                </a:solidFill>
                <a:latin typeface="Arial"/>
                <a:ea typeface="Arial"/>
                <a:cs typeface="Arial"/>
              </a:defRPr>
            </a:defPPr>
            <a:lvl1pPr algn="l">
              <a:defRPr sz="1125" b="1">
                <a:solidFill>
                  <a:srgbClr val="7C69A8"/>
                </a:solidFill>
                <a:latin typeface="Arial"/>
                <a:ea typeface="Arial"/>
                <a:cs typeface="Arial"/>
              </a:defRPr>
            </a:lvl1pPr>
            <a:lvl2pPr algn="l">
              <a:defRPr sz="1125" b="1">
                <a:solidFill>
                  <a:srgbClr val="7C69A8"/>
                </a:solidFill>
                <a:latin typeface="Arial"/>
                <a:ea typeface="Arial"/>
                <a:cs typeface="Arial"/>
              </a:defRPr>
            </a:lvl2pPr>
            <a:lvl3pPr algn="l">
              <a:defRPr sz="1125" b="1">
                <a:solidFill>
                  <a:srgbClr val="7C69A8"/>
                </a:solidFill>
                <a:latin typeface="Arial"/>
                <a:ea typeface="Arial"/>
                <a:cs typeface="Arial"/>
              </a:defRPr>
            </a:lvl3pPr>
            <a:lvl4pPr algn="l">
              <a:defRPr sz="1125" b="1">
                <a:solidFill>
                  <a:srgbClr val="7C69A8"/>
                </a:solidFill>
                <a:latin typeface="Arial"/>
                <a:ea typeface="Arial"/>
                <a:cs typeface="Arial"/>
              </a:defRPr>
            </a:lvl4pPr>
            <a:lvl5pPr algn="l">
              <a:defRPr sz="1125" b="1">
                <a:solidFill>
                  <a:srgbClr val="7C69A8"/>
                </a:solidFill>
                <a:latin typeface="Arial"/>
                <a:ea typeface="Arial"/>
                <a:cs typeface="Arial"/>
              </a:defRPr>
            </a:lvl5pPr>
            <a:lvl6pPr algn="l">
              <a:defRPr sz="1125" b="1">
                <a:solidFill>
                  <a:srgbClr val="7C69A8"/>
                </a:solidFill>
                <a:latin typeface="Arial"/>
                <a:ea typeface="Arial"/>
                <a:cs typeface="Arial"/>
              </a:defRPr>
            </a:lvl6pPr>
            <a:lvl7pPr algn="l">
              <a:defRPr sz="1125" b="1">
                <a:solidFill>
                  <a:srgbClr val="7C69A8"/>
                </a:solidFill>
                <a:latin typeface="Arial"/>
                <a:ea typeface="Arial"/>
                <a:cs typeface="Arial"/>
              </a:defRPr>
            </a:lvl7pPr>
            <a:lvl8pPr algn="l">
              <a:defRPr sz="1125" b="1">
                <a:solidFill>
                  <a:srgbClr val="7C69A8"/>
                </a:solidFill>
                <a:latin typeface="Arial"/>
                <a:ea typeface="Arial"/>
                <a:cs typeface="Arial"/>
              </a:defRPr>
            </a:lvl8pPr>
            <a:lvl9pPr algn="l">
              <a:defRPr sz="1125" b="1">
                <a:solidFill>
                  <a:srgbClr val="7C69A8"/>
                </a:solidFill>
                <a:latin typeface="Arial"/>
                <a:ea typeface="Arial"/>
                <a:cs typeface="Arial"/>
              </a:defRPr>
            </a:lvl9pPr>
          </a:lstStyle>
          <a:p xmlns:a="http://schemas.openxmlformats.org/drawingml/2006/main">
            <a:pPr algn="l">
              <a:defRPr xmlns:a="http://schemas.openxmlformats.org/drawingml/2006/main" sz="1125" b="1">
                <a:solidFill>
                  <a:srgbClr val="7C69A8"/>
                </a:solidFill>
                <a:latin typeface="Arial"/>
                <a:ea typeface="Arial"/>
                <a:cs typeface="Arial"/>
              </a:defRPr>
            </a:pPr>
            <a:r>
              <a:rPr sz="1125" b="1">
                <a:solidFill>
                  <a:srgbClr val="7C69A8"/>
                </a:solidFill>
                <a:latin typeface="Arial"/>
                <a:ea typeface="Arial"/>
                <a:cs typeface="Arial"/>
              </a:rPr>
              <a:t>03  CHOOSE TOOLS</a:t>
            </a:r>
          </a:p>
        </p:txBody>
      </p:sp>
      <p:sp>
        <p:nvSpPr>
          <p:cNvPr id="7" name="text-6"/>
          <p:cNvSpPr>
            <a:spLocks xmlns:a="http://schemas.openxmlformats.org/drawingml/2006/main" noGrp="1"/>
          </p:cNvSpPr>
          <p:nvPr/>
        </p:nvSpPr>
        <p:spPr>
          <a:xfrm xmlns:a="http://schemas.openxmlformats.org/drawingml/2006/main">
            <a:off x="9182100" y="2295525"/>
            <a:ext cx="24003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125" b="1">
                <a:solidFill>
                  <a:srgbClr val="7C69A8"/>
                </a:solidFill>
                <a:latin typeface="Arial"/>
                <a:ea typeface="Arial"/>
                <a:cs typeface="Arial"/>
              </a:defRPr>
            </a:defPPr>
            <a:lvl1pPr algn="l">
              <a:defRPr sz="1125" b="1">
                <a:solidFill>
                  <a:srgbClr val="7C69A8"/>
                </a:solidFill>
                <a:latin typeface="Arial"/>
                <a:ea typeface="Arial"/>
                <a:cs typeface="Arial"/>
              </a:defRPr>
            </a:lvl1pPr>
            <a:lvl2pPr algn="l">
              <a:defRPr sz="1125" b="1">
                <a:solidFill>
                  <a:srgbClr val="7C69A8"/>
                </a:solidFill>
                <a:latin typeface="Arial"/>
                <a:ea typeface="Arial"/>
                <a:cs typeface="Arial"/>
              </a:defRPr>
            </a:lvl2pPr>
            <a:lvl3pPr algn="l">
              <a:defRPr sz="1125" b="1">
                <a:solidFill>
                  <a:srgbClr val="7C69A8"/>
                </a:solidFill>
                <a:latin typeface="Arial"/>
                <a:ea typeface="Arial"/>
                <a:cs typeface="Arial"/>
              </a:defRPr>
            </a:lvl3pPr>
            <a:lvl4pPr algn="l">
              <a:defRPr sz="1125" b="1">
                <a:solidFill>
                  <a:srgbClr val="7C69A8"/>
                </a:solidFill>
                <a:latin typeface="Arial"/>
                <a:ea typeface="Arial"/>
                <a:cs typeface="Arial"/>
              </a:defRPr>
            </a:lvl4pPr>
            <a:lvl5pPr algn="l">
              <a:defRPr sz="1125" b="1">
                <a:solidFill>
                  <a:srgbClr val="7C69A8"/>
                </a:solidFill>
                <a:latin typeface="Arial"/>
                <a:ea typeface="Arial"/>
                <a:cs typeface="Arial"/>
              </a:defRPr>
            </a:lvl5pPr>
            <a:lvl6pPr algn="l">
              <a:defRPr sz="1125" b="1">
                <a:solidFill>
                  <a:srgbClr val="7C69A8"/>
                </a:solidFill>
                <a:latin typeface="Arial"/>
                <a:ea typeface="Arial"/>
                <a:cs typeface="Arial"/>
              </a:defRPr>
            </a:lvl6pPr>
            <a:lvl7pPr algn="l">
              <a:defRPr sz="1125" b="1">
                <a:solidFill>
                  <a:srgbClr val="7C69A8"/>
                </a:solidFill>
                <a:latin typeface="Arial"/>
                <a:ea typeface="Arial"/>
                <a:cs typeface="Arial"/>
              </a:defRPr>
            </a:lvl7pPr>
            <a:lvl8pPr algn="l">
              <a:defRPr sz="1125" b="1">
                <a:solidFill>
                  <a:srgbClr val="7C69A8"/>
                </a:solidFill>
                <a:latin typeface="Arial"/>
                <a:ea typeface="Arial"/>
                <a:cs typeface="Arial"/>
              </a:defRPr>
            </a:lvl8pPr>
            <a:lvl9pPr algn="l">
              <a:defRPr sz="1125" b="1">
                <a:solidFill>
                  <a:srgbClr val="7C69A8"/>
                </a:solidFill>
                <a:latin typeface="Arial"/>
                <a:ea typeface="Arial"/>
                <a:cs typeface="Arial"/>
              </a:defRPr>
            </a:lvl9pPr>
          </a:lstStyle>
          <a:p xmlns:a="http://schemas.openxmlformats.org/drawingml/2006/main">
            <a:pPr algn="l">
              <a:defRPr xmlns:a="http://schemas.openxmlformats.org/drawingml/2006/main" sz="1125" b="1">
                <a:solidFill>
                  <a:srgbClr val="7C69A8"/>
                </a:solidFill>
                <a:latin typeface="Arial"/>
                <a:ea typeface="Arial"/>
                <a:cs typeface="Arial"/>
              </a:defRPr>
            </a:pPr>
            <a:r>
              <a:rPr sz="1125" b="1">
                <a:solidFill>
                  <a:srgbClr val="7C69A8"/>
                </a:solidFill>
                <a:latin typeface="Arial"/>
                <a:ea typeface="Arial"/>
                <a:cs typeface="Arial"/>
              </a:rPr>
              <a:t>04  CALCULATE</a:t>
            </a:r>
          </a:p>
        </p:txBody>
      </p:sp>
      <p:sp>
        <p:nvSpPr>
          <p:cNvPr id="8" name="chat-interface"/>
          <p:cNvSpPr>
            <a:spLocks xmlns:a="http://schemas.openxmlformats.org/drawingml/2006/main" noGrp="1"/>
          </p:cNvSpPr>
          <p:nvPr/>
        </p:nvSpPr>
        <p:spPr>
          <a:xfrm xmlns:a="http://schemas.openxmlformats.org/drawingml/2006/main">
            <a:off x="609600" y="2686050"/>
            <a:ext cx="2400300" cy="1238250"/>
          </a:xfrm>
          <a:prstGeom xmlns:a="http://schemas.openxmlformats.org/drawingml/2006/main" prst="rect">
            <a:avLst/>
          </a:prstGeom>
          <a:solidFill xmlns:a="http://schemas.openxmlformats.org/drawingml/2006/main">
            <a:srgbClr val="F7F6F2"/>
          </a:solidFill>
          <a:ln xmlns:a="http://schemas.openxmlformats.org/drawingml/2006/main" w="12446">
            <a:solidFill>
              <a:srgbClr val="D8D5CD"/>
            </a:solidFill>
          </a:ln>
        </p:spPr>
        <p:txBody>
          <a:bodyPr xmlns:a="http://schemas.openxmlformats.org/drawingml/2006/main"/>
          <a:lstStyle xmlns:a="http://schemas.openxmlformats.org/drawingml/2006/main"/>
          <a:p xmlns:a="http://schemas.openxmlformats.org/drawingml/2006/main"/>
        </p:txBody>
      </p:sp>
      <p:sp>
        <p:nvSpPr>
          <p:cNvPr id="9" name="text-7"/>
          <p:cNvSpPr>
            <a:spLocks xmlns:a="http://schemas.openxmlformats.org/drawingml/2006/main" noGrp="1"/>
          </p:cNvSpPr>
          <p:nvPr/>
        </p:nvSpPr>
        <p:spPr>
          <a:xfrm xmlns:a="http://schemas.openxmlformats.org/drawingml/2006/main">
            <a:off x="781050" y="2876550"/>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xmlns:a="http://schemas.openxmlformats.org/drawingml/2006/main" sz="1950" b="1">
                <a:solidFill>
                  <a:srgbClr val="1B1A17"/>
                </a:solidFill>
                <a:latin typeface="Arial"/>
                <a:ea typeface="Arial"/>
                <a:cs typeface="Arial"/>
              </a:defRPr>
            </a:pPr>
            <a:r>
              <a:rPr sz="1950" b="1">
                <a:solidFill>
                  <a:srgbClr val="1B1A17"/>
                </a:solidFill>
                <a:latin typeface="Arial"/>
                <a:ea typeface="Arial"/>
                <a:cs typeface="Arial"/>
              </a:rPr>
              <a:t>Chat + evidence</a:t>
            </a:r>
          </a:p>
        </p:txBody>
      </p:sp>
      <p:sp>
        <p:nvSpPr>
          <p:cNvPr id="10" name="text-8"/>
          <p:cNvSpPr>
            <a:spLocks xmlns:a="http://schemas.openxmlformats.org/drawingml/2006/main" noGrp="1"/>
          </p:cNvSpPr>
          <p:nvPr/>
        </p:nvSpPr>
        <p:spPr>
          <a:xfrm xmlns:a="http://schemas.openxmlformats.org/drawingml/2006/main">
            <a:off x="781050" y="3295650"/>
            <a:ext cx="2057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xmlns:a="http://schemas.openxmlformats.org/drawingml/2006/main" sz="1350" b="0">
                <a:solidFill>
                  <a:srgbClr val="66645E"/>
                </a:solidFill>
                <a:latin typeface="Arial"/>
                <a:ea typeface="Arial"/>
                <a:cs typeface="Arial"/>
              </a:defRPr>
            </a:pPr>
            <a:r>
              <a:rPr sz="1350" b="0">
                <a:solidFill>
                  <a:srgbClr val="66645E"/>
                </a:solidFill>
                <a:latin typeface="Arial"/>
                <a:ea typeface="Arial"/>
                <a:cs typeface="Arial"/>
              </a:rPr>
              <a:t>Next.js</a:t>
            </a:r>
          </a:p>
          <a:p xmlns:a="http://schemas.openxmlformats.org/drawingml/2006/main">
            <a:pPr algn="l">
              <a:defRPr xmlns:a="http://schemas.openxmlformats.org/drawingml/2006/main" sz="1350" b="0">
                <a:solidFill>
                  <a:srgbClr val="66645E"/>
                </a:solidFill>
                <a:latin typeface="Arial"/>
                <a:ea typeface="Arial"/>
                <a:cs typeface="Arial"/>
              </a:defRPr>
            </a:pPr>
            <a:r>
              <a:rPr lang="en-US" sz="1350" b="0">
                <a:solidFill>
                  <a:srgbClr val="66645E"/>
                </a:solidFill>
                <a:latin typeface="Arial"/>
                <a:ea typeface="Arial"/>
                <a:cs typeface="Arial"/>
              </a:rPr>
              <a:t>Vercel AI SDK</a:t>
            </a:r>
          </a:p>
        </p:txBody>
      </p:sp>
      <p:sp>
        <p:nvSpPr>
          <p:cNvPr id="11" name="api-gateway"/>
          <p:cNvSpPr>
            <a:spLocks xmlns:a="http://schemas.openxmlformats.org/drawingml/2006/main" noGrp="1"/>
          </p:cNvSpPr>
          <p:nvPr/>
        </p:nvSpPr>
        <p:spPr>
          <a:xfrm xmlns:a="http://schemas.openxmlformats.org/drawingml/2006/main">
            <a:off x="3467100" y="2686050"/>
            <a:ext cx="2400300" cy="1238250"/>
          </a:xfrm>
          <a:prstGeom xmlns:a="http://schemas.openxmlformats.org/drawingml/2006/main" prst="rect">
            <a:avLst/>
          </a:prstGeom>
          <a:solidFill xmlns:a="http://schemas.openxmlformats.org/drawingml/2006/main">
            <a:srgbClr val="F7F6F2"/>
          </a:solidFill>
          <a:ln xmlns:a="http://schemas.openxmlformats.org/drawingml/2006/main" w="12446">
            <a:solidFill>
              <a:srgbClr val="D8D5CD"/>
            </a:solidFill>
          </a:ln>
        </p:spPr>
        <p:txBody>
          <a:bodyPr xmlns:a="http://schemas.openxmlformats.org/drawingml/2006/main"/>
          <a:lstStyle xmlns:a="http://schemas.openxmlformats.org/drawingml/2006/main"/>
          <a:p xmlns:a="http://schemas.openxmlformats.org/drawingml/2006/main"/>
        </p:txBody>
      </p:sp>
      <p:sp>
        <p:nvSpPr>
          <p:cNvPr id="12" name="text-9"/>
          <p:cNvSpPr>
            <a:spLocks xmlns:a="http://schemas.openxmlformats.org/drawingml/2006/main" noGrp="1"/>
          </p:cNvSpPr>
          <p:nvPr/>
        </p:nvSpPr>
        <p:spPr>
          <a:xfrm xmlns:a="http://schemas.openxmlformats.org/drawingml/2006/main">
            <a:off x="3638550" y="2876550"/>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xmlns:a="http://schemas.openxmlformats.org/drawingml/2006/main" sz="1950" b="1">
                <a:solidFill>
                  <a:srgbClr val="1B1A17"/>
                </a:solidFill>
                <a:latin typeface="Arial"/>
                <a:ea typeface="Arial"/>
                <a:cs typeface="Arial"/>
              </a:defRPr>
            </a:pPr>
            <a:r>
              <a:rPr sz="1950" b="1">
                <a:solidFill>
                  <a:srgbClr val="1B1A17"/>
                </a:solidFill>
                <a:latin typeface="Arial"/>
                <a:ea typeface="Arial"/>
                <a:cs typeface="Arial"/>
              </a:rPr>
              <a:t>FastAPI</a:t>
            </a:r>
          </a:p>
        </p:txBody>
      </p:sp>
      <p:sp>
        <p:nvSpPr>
          <p:cNvPr id="13" name="text-10"/>
          <p:cNvSpPr>
            <a:spLocks xmlns:a="http://schemas.openxmlformats.org/drawingml/2006/main" noGrp="1"/>
          </p:cNvSpPr>
          <p:nvPr/>
        </p:nvSpPr>
        <p:spPr>
          <a:xfrm xmlns:a="http://schemas.openxmlformats.org/drawingml/2006/main">
            <a:off x="3638550" y="3295650"/>
            <a:ext cx="2057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xmlns:a="http://schemas.openxmlformats.org/drawingml/2006/main" sz="1350" b="0">
                <a:solidFill>
                  <a:srgbClr val="66645E"/>
                </a:solidFill>
                <a:latin typeface="Arial"/>
                <a:ea typeface="Arial"/>
                <a:cs typeface="Arial"/>
              </a:defRPr>
            </a:pPr>
            <a:r>
              <a:rPr sz="1350" b="0">
                <a:solidFill>
                  <a:srgbClr val="66645E"/>
                </a:solidFill>
                <a:latin typeface="Arial"/>
                <a:ea typeface="Arial"/>
                <a:cs typeface="Arial"/>
              </a:rPr>
              <a:t>Session, rate and</a:t>
            </a:r>
          </a:p>
          <a:p xmlns:a="http://schemas.openxmlformats.org/drawingml/2006/main">
            <a:pPr algn="l">
              <a:defRPr xmlns:a="http://schemas.openxmlformats.org/drawingml/2006/main" sz="1350" b="0">
                <a:solidFill>
                  <a:srgbClr val="66645E"/>
                </a:solidFill>
                <a:latin typeface="Arial"/>
                <a:ea typeface="Arial"/>
                <a:cs typeface="Arial"/>
              </a:defRPr>
            </a:pPr>
            <a:r>
              <a:rPr lang="en-US" sz="1350" b="0">
                <a:solidFill>
                  <a:srgbClr val="66645E"/>
                </a:solidFill>
                <a:latin typeface="Arial"/>
                <a:ea typeface="Arial"/>
                <a:cs typeface="Arial"/>
              </a:rPr>
              <a:t>recorded-spend checks</a:t>
            </a:r>
          </a:p>
        </p:txBody>
      </p:sp>
      <p:sp>
        <p:nvSpPr>
          <p:cNvPr id="14" name="claude-analyst"/>
          <p:cNvSpPr>
            <a:spLocks xmlns:a="http://schemas.openxmlformats.org/drawingml/2006/main" noGrp="1"/>
          </p:cNvSpPr>
          <p:nvPr/>
        </p:nvSpPr>
        <p:spPr>
          <a:xfrm xmlns:a="http://schemas.openxmlformats.org/drawingml/2006/main">
            <a:off x="6324600" y="2686050"/>
            <a:ext cx="2400300" cy="1238250"/>
          </a:xfrm>
          <a:prstGeom xmlns:a="http://schemas.openxmlformats.org/drawingml/2006/main" prst="rect">
            <a:avLst/>
          </a:prstGeom>
          <a:solidFill xmlns:a="http://schemas.openxmlformats.org/drawingml/2006/main">
            <a:srgbClr val="7C69A8"/>
          </a:solidFill>
          <a:ln xmlns:a="http://schemas.openxmlformats.org/drawingml/2006/main" w="12446">
            <a:solidFill>
              <a:srgbClr val="7C69A8"/>
            </a:solidFill>
          </a:ln>
        </p:spPr>
        <p:txBody>
          <a:bodyPr xmlns:a="http://schemas.openxmlformats.org/drawingml/2006/main"/>
          <a:lstStyle xmlns:a="http://schemas.openxmlformats.org/drawingml/2006/main"/>
          <a:p xmlns:a="http://schemas.openxmlformats.org/drawingml/2006/main"/>
        </p:txBody>
      </p:sp>
      <p:sp>
        <p:nvSpPr>
          <p:cNvPr id="15" name="text-11"/>
          <p:cNvSpPr>
            <a:spLocks xmlns:a="http://schemas.openxmlformats.org/drawingml/2006/main" noGrp="1"/>
          </p:cNvSpPr>
          <p:nvPr/>
        </p:nvSpPr>
        <p:spPr>
          <a:xfrm xmlns:a="http://schemas.openxmlformats.org/drawingml/2006/main">
            <a:off x="6496050" y="2876550"/>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F7F6F2"/>
                </a:solidFill>
                <a:latin typeface="Arial"/>
                <a:ea typeface="Arial"/>
                <a:cs typeface="Arial"/>
              </a:defRPr>
            </a:defPPr>
            <a:lvl1pPr algn="l">
              <a:defRPr sz="1950" b="1">
                <a:solidFill>
                  <a:srgbClr val="F7F6F2"/>
                </a:solidFill>
                <a:latin typeface="Arial"/>
                <a:ea typeface="Arial"/>
                <a:cs typeface="Arial"/>
              </a:defRPr>
            </a:lvl1pPr>
            <a:lvl2pPr algn="l">
              <a:defRPr sz="1950" b="1">
                <a:solidFill>
                  <a:srgbClr val="F7F6F2"/>
                </a:solidFill>
                <a:latin typeface="Arial"/>
                <a:ea typeface="Arial"/>
                <a:cs typeface="Arial"/>
              </a:defRPr>
            </a:lvl2pPr>
            <a:lvl3pPr algn="l">
              <a:defRPr sz="1950" b="1">
                <a:solidFill>
                  <a:srgbClr val="F7F6F2"/>
                </a:solidFill>
                <a:latin typeface="Arial"/>
                <a:ea typeface="Arial"/>
                <a:cs typeface="Arial"/>
              </a:defRPr>
            </a:lvl3pPr>
            <a:lvl4pPr algn="l">
              <a:defRPr sz="1950" b="1">
                <a:solidFill>
                  <a:srgbClr val="F7F6F2"/>
                </a:solidFill>
                <a:latin typeface="Arial"/>
                <a:ea typeface="Arial"/>
                <a:cs typeface="Arial"/>
              </a:defRPr>
            </a:lvl4pPr>
            <a:lvl5pPr algn="l">
              <a:defRPr sz="1950" b="1">
                <a:solidFill>
                  <a:srgbClr val="F7F6F2"/>
                </a:solidFill>
                <a:latin typeface="Arial"/>
                <a:ea typeface="Arial"/>
                <a:cs typeface="Arial"/>
              </a:defRPr>
            </a:lvl5pPr>
            <a:lvl6pPr algn="l">
              <a:defRPr sz="1950" b="1">
                <a:solidFill>
                  <a:srgbClr val="F7F6F2"/>
                </a:solidFill>
                <a:latin typeface="Arial"/>
                <a:ea typeface="Arial"/>
                <a:cs typeface="Arial"/>
              </a:defRPr>
            </a:lvl6pPr>
            <a:lvl7pPr algn="l">
              <a:defRPr sz="1950" b="1">
                <a:solidFill>
                  <a:srgbClr val="F7F6F2"/>
                </a:solidFill>
                <a:latin typeface="Arial"/>
                <a:ea typeface="Arial"/>
                <a:cs typeface="Arial"/>
              </a:defRPr>
            </a:lvl7pPr>
            <a:lvl8pPr algn="l">
              <a:defRPr sz="1950" b="1">
                <a:solidFill>
                  <a:srgbClr val="F7F6F2"/>
                </a:solidFill>
                <a:latin typeface="Arial"/>
                <a:ea typeface="Arial"/>
                <a:cs typeface="Arial"/>
              </a:defRPr>
            </a:lvl8pPr>
            <a:lvl9pPr algn="l">
              <a:defRPr sz="1950" b="1">
                <a:solidFill>
                  <a:srgbClr val="F7F6F2"/>
                </a:solidFill>
                <a:latin typeface="Arial"/>
                <a:ea typeface="Arial"/>
                <a:cs typeface="Arial"/>
              </a:defRPr>
            </a:lvl9pPr>
          </a:lstStyle>
          <a:p xmlns:a="http://schemas.openxmlformats.org/drawingml/2006/main">
            <a:pPr algn="l">
              <a:defRPr xmlns:a="http://schemas.openxmlformats.org/drawingml/2006/main" sz="1950" b="1">
                <a:solidFill>
                  <a:srgbClr val="F7F6F2"/>
                </a:solidFill>
                <a:latin typeface="Arial"/>
                <a:ea typeface="Arial"/>
                <a:cs typeface="Arial"/>
              </a:defRPr>
            </a:pPr>
            <a:r>
              <a:rPr sz="1950" b="1">
                <a:solidFill>
                  <a:srgbClr val="F7F6F2"/>
                </a:solidFill>
                <a:latin typeface="Arial"/>
                <a:ea typeface="Arial"/>
                <a:cs typeface="Arial"/>
              </a:rPr>
              <a:t>Claude analyst</a:t>
            </a:r>
          </a:p>
        </p:txBody>
      </p:sp>
      <p:sp>
        <p:nvSpPr>
          <p:cNvPr id="16" name="text-12"/>
          <p:cNvSpPr>
            <a:spLocks xmlns:a="http://schemas.openxmlformats.org/drawingml/2006/main" noGrp="1"/>
          </p:cNvSpPr>
          <p:nvPr/>
        </p:nvSpPr>
        <p:spPr>
          <a:xfrm xmlns:a="http://schemas.openxmlformats.org/drawingml/2006/main">
            <a:off x="6496050" y="3295650"/>
            <a:ext cx="2057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F7F6F2"/>
                </a:solidFill>
                <a:latin typeface="Arial"/>
                <a:ea typeface="Arial"/>
                <a:cs typeface="Arial"/>
              </a:defRPr>
            </a:defPPr>
            <a:lvl1pPr algn="l">
              <a:defRPr sz="1350" b="0">
                <a:solidFill>
                  <a:srgbClr val="F7F6F2"/>
                </a:solidFill>
                <a:latin typeface="Arial"/>
                <a:ea typeface="Arial"/>
                <a:cs typeface="Arial"/>
              </a:defRPr>
            </a:lvl1pPr>
            <a:lvl2pPr algn="l">
              <a:defRPr sz="1350" b="0">
                <a:solidFill>
                  <a:srgbClr val="F7F6F2"/>
                </a:solidFill>
                <a:latin typeface="Arial"/>
                <a:ea typeface="Arial"/>
                <a:cs typeface="Arial"/>
              </a:defRPr>
            </a:lvl2pPr>
            <a:lvl3pPr algn="l">
              <a:defRPr sz="1350" b="0">
                <a:solidFill>
                  <a:srgbClr val="F7F6F2"/>
                </a:solidFill>
                <a:latin typeface="Arial"/>
                <a:ea typeface="Arial"/>
                <a:cs typeface="Arial"/>
              </a:defRPr>
            </a:lvl3pPr>
            <a:lvl4pPr algn="l">
              <a:defRPr sz="1350" b="0">
                <a:solidFill>
                  <a:srgbClr val="F7F6F2"/>
                </a:solidFill>
                <a:latin typeface="Arial"/>
                <a:ea typeface="Arial"/>
                <a:cs typeface="Arial"/>
              </a:defRPr>
            </a:lvl4pPr>
            <a:lvl5pPr algn="l">
              <a:defRPr sz="1350" b="0">
                <a:solidFill>
                  <a:srgbClr val="F7F6F2"/>
                </a:solidFill>
                <a:latin typeface="Arial"/>
                <a:ea typeface="Arial"/>
                <a:cs typeface="Arial"/>
              </a:defRPr>
            </a:lvl5pPr>
            <a:lvl6pPr algn="l">
              <a:defRPr sz="1350" b="0">
                <a:solidFill>
                  <a:srgbClr val="F7F6F2"/>
                </a:solidFill>
                <a:latin typeface="Arial"/>
                <a:ea typeface="Arial"/>
                <a:cs typeface="Arial"/>
              </a:defRPr>
            </a:lvl6pPr>
            <a:lvl7pPr algn="l">
              <a:defRPr sz="1350" b="0">
                <a:solidFill>
                  <a:srgbClr val="F7F6F2"/>
                </a:solidFill>
                <a:latin typeface="Arial"/>
                <a:ea typeface="Arial"/>
                <a:cs typeface="Arial"/>
              </a:defRPr>
            </a:lvl7pPr>
            <a:lvl8pPr algn="l">
              <a:defRPr sz="1350" b="0">
                <a:solidFill>
                  <a:srgbClr val="F7F6F2"/>
                </a:solidFill>
                <a:latin typeface="Arial"/>
                <a:ea typeface="Arial"/>
                <a:cs typeface="Arial"/>
              </a:defRPr>
            </a:lvl8pPr>
            <a:lvl9pPr algn="l">
              <a:defRPr sz="1350" b="0">
                <a:solidFill>
                  <a:srgbClr val="F7F6F2"/>
                </a:solidFill>
                <a:latin typeface="Arial"/>
                <a:ea typeface="Arial"/>
                <a:cs typeface="Arial"/>
              </a:defRPr>
            </a:lvl9pPr>
          </a:lstStyle>
          <a:p xmlns:a="http://schemas.openxmlformats.org/drawingml/2006/main">
            <a:pPr algn="l">
              <a:defRPr xmlns:a="http://schemas.openxmlformats.org/drawingml/2006/main" sz="1350" b="0">
                <a:solidFill>
                  <a:srgbClr val="F7F6F2"/>
                </a:solidFill>
                <a:latin typeface="Arial"/>
                <a:ea typeface="Arial"/>
                <a:cs typeface="Arial"/>
              </a:defRPr>
            </a:pPr>
            <a:r>
              <a:rPr sz="1350" b="0">
                <a:solidFill>
                  <a:srgbClr val="F7F6F2"/>
                </a:solidFill>
                <a:latin typeface="Arial"/>
                <a:ea typeface="Arial"/>
                <a:cs typeface="Arial"/>
              </a:rPr>
              <a:t>Pydantic AI</a:t>
            </a:r>
          </a:p>
          <a:p xmlns:a="http://schemas.openxmlformats.org/drawingml/2006/main">
            <a:pPr algn="l">
              <a:defRPr xmlns:a="http://schemas.openxmlformats.org/drawingml/2006/main" sz="1350" b="0">
                <a:solidFill>
                  <a:srgbClr val="F7F6F2"/>
                </a:solidFill>
                <a:latin typeface="Arial"/>
                <a:ea typeface="Arial"/>
                <a:cs typeface="Arial"/>
              </a:defRPr>
            </a:pPr>
            <a:r>
              <a:rPr lang="en-US" sz="1350" b="0">
                <a:solidFill>
                  <a:srgbClr val="F7F6F2"/>
                </a:solidFill>
                <a:latin typeface="Arial"/>
                <a:ea typeface="Arial"/>
                <a:cs typeface="Arial"/>
              </a:rPr>
              <a:t>Tool selection + explanation</a:t>
            </a:r>
          </a:p>
        </p:txBody>
      </p:sp>
      <p:sp>
        <p:nvSpPr>
          <p:cNvPr id="17" name="deterministic-tools"/>
          <p:cNvSpPr>
            <a:spLocks xmlns:a="http://schemas.openxmlformats.org/drawingml/2006/main" noGrp="1"/>
          </p:cNvSpPr>
          <p:nvPr/>
        </p:nvSpPr>
        <p:spPr>
          <a:xfrm xmlns:a="http://schemas.openxmlformats.org/drawingml/2006/main">
            <a:off x="9182100" y="2686050"/>
            <a:ext cx="2400300" cy="1238250"/>
          </a:xfrm>
          <a:prstGeom xmlns:a="http://schemas.openxmlformats.org/drawingml/2006/main" prst="rect">
            <a:avLst/>
          </a:prstGeom>
          <a:solidFill xmlns:a="http://schemas.openxmlformats.org/drawingml/2006/main">
            <a:srgbClr val="1B1A17"/>
          </a:solidFill>
          <a:ln xmlns:a="http://schemas.openxmlformats.org/drawingml/2006/main" w="12446">
            <a:solidFill>
              <a:srgbClr val="1B1A17"/>
            </a:solidFill>
          </a:ln>
        </p:spPr>
        <p:txBody>
          <a:bodyPr xmlns:a="http://schemas.openxmlformats.org/drawingml/2006/main"/>
          <a:lstStyle xmlns:a="http://schemas.openxmlformats.org/drawingml/2006/main"/>
          <a:p xmlns:a="http://schemas.openxmlformats.org/drawingml/2006/main"/>
        </p:txBody>
      </p:sp>
      <p:sp>
        <p:nvSpPr>
          <p:cNvPr id="18" name="text-13"/>
          <p:cNvSpPr>
            <a:spLocks xmlns:a="http://schemas.openxmlformats.org/drawingml/2006/main" noGrp="1"/>
          </p:cNvSpPr>
          <p:nvPr/>
        </p:nvSpPr>
        <p:spPr>
          <a:xfrm xmlns:a="http://schemas.openxmlformats.org/drawingml/2006/main">
            <a:off x="9353550" y="2876550"/>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F7F6F2"/>
                </a:solidFill>
                <a:latin typeface="Arial"/>
                <a:ea typeface="Arial"/>
                <a:cs typeface="Arial"/>
              </a:defRPr>
            </a:defPPr>
            <a:lvl1pPr algn="l">
              <a:defRPr sz="1950" b="1">
                <a:solidFill>
                  <a:srgbClr val="F7F6F2"/>
                </a:solidFill>
                <a:latin typeface="Arial"/>
                <a:ea typeface="Arial"/>
                <a:cs typeface="Arial"/>
              </a:defRPr>
            </a:lvl1pPr>
            <a:lvl2pPr algn="l">
              <a:defRPr sz="1950" b="1">
                <a:solidFill>
                  <a:srgbClr val="F7F6F2"/>
                </a:solidFill>
                <a:latin typeface="Arial"/>
                <a:ea typeface="Arial"/>
                <a:cs typeface="Arial"/>
              </a:defRPr>
            </a:lvl2pPr>
            <a:lvl3pPr algn="l">
              <a:defRPr sz="1950" b="1">
                <a:solidFill>
                  <a:srgbClr val="F7F6F2"/>
                </a:solidFill>
                <a:latin typeface="Arial"/>
                <a:ea typeface="Arial"/>
                <a:cs typeface="Arial"/>
              </a:defRPr>
            </a:lvl3pPr>
            <a:lvl4pPr algn="l">
              <a:defRPr sz="1950" b="1">
                <a:solidFill>
                  <a:srgbClr val="F7F6F2"/>
                </a:solidFill>
                <a:latin typeface="Arial"/>
                <a:ea typeface="Arial"/>
                <a:cs typeface="Arial"/>
              </a:defRPr>
            </a:lvl4pPr>
            <a:lvl5pPr algn="l">
              <a:defRPr sz="1950" b="1">
                <a:solidFill>
                  <a:srgbClr val="F7F6F2"/>
                </a:solidFill>
                <a:latin typeface="Arial"/>
                <a:ea typeface="Arial"/>
                <a:cs typeface="Arial"/>
              </a:defRPr>
            </a:lvl5pPr>
            <a:lvl6pPr algn="l">
              <a:defRPr sz="1950" b="1">
                <a:solidFill>
                  <a:srgbClr val="F7F6F2"/>
                </a:solidFill>
                <a:latin typeface="Arial"/>
                <a:ea typeface="Arial"/>
                <a:cs typeface="Arial"/>
              </a:defRPr>
            </a:lvl6pPr>
            <a:lvl7pPr algn="l">
              <a:defRPr sz="1950" b="1">
                <a:solidFill>
                  <a:srgbClr val="F7F6F2"/>
                </a:solidFill>
                <a:latin typeface="Arial"/>
                <a:ea typeface="Arial"/>
                <a:cs typeface="Arial"/>
              </a:defRPr>
            </a:lvl7pPr>
            <a:lvl8pPr algn="l">
              <a:defRPr sz="1950" b="1">
                <a:solidFill>
                  <a:srgbClr val="F7F6F2"/>
                </a:solidFill>
                <a:latin typeface="Arial"/>
                <a:ea typeface="Arial"/>
                <a:cs typeface="Arial"/>
              </a:defRPr>
            </a:lvl8pPr>
            <a:lvl9pPr algn="l">
              <a:defRPr sz="1950" b="1">
                <a:solidFill>
                  <a:srgbClr val="F7F6F2"/>
                </a:solidFill>
                <a:latin typeface="Arial"/>
                <a:ea typeface="Arial"/>
                <a:cs typeface="Arial"/>
              </a:defRPr>
            </a:lvl9pPr>
          </a:lstStyle>
          <a:p xmlns:a="http://schemas.openxmlformats.org/drawingml/2006/main">
            <a:pPr algn="l">
              <a:defRPr xmlns:a="http://schemas.openxmlformats.org/drawingml/2006/main" sz="1950" b="1">
                <a:solidFill>
                  <a:srgbClr val="F7F6F2"/>
                </a:solidFill>
                <a:latin typeface="Arial"/>
                <a:ea typeface="Arial"/>
                <a:cs typeface="Arial"/>
              </a:defRPr>
            </a:pPr>
            <a:r>
              <a:rPr sz="1950" b="1">
                <a:solidFill>
                  <a:srgbClr val="F7F6F2"/>
                </a:solidFill>
                <a:latin typeface="Arial"/>
                <a:ea typeface="Arial"/>
                <a:cs typeface="Arial"/>
              </a:rPr>
              <a:t>Python tools</a:t>
            </a:r>
          </a:p>
        </p:txBody>
      </p:sp>
      <p:sp>
        <p:nvSpPr>
          <p:cNvPr id="19" name="text-14"/>
          <p:cNvSpPr>
            <a:spLocks xmlns:a="http://schemas.openxmlformats.org/drawingml/2006/main" noGrp="1"/>
          </p:cNvSpPr>
          <p:nvPr/>
        </p:nvSpPr>
        <p:spPr>
          <a:xfrm xmlns:a="http://schemas.openxmlformats.org/drawingml/2006/main">
            <a:off x="9353550" y="3295650"/>
            <a:ext cx="20574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F7F6F2"/>
                </a:solidFill>
                <a:latin typeface="Arial"/>
                <a:ea typeface="Arial"/>
                <a:cs typeface="Arial"/>
              </a:defRPr>
            </a:defPPr>
            <a:lvl1pPr algn="l">
              <a:defRPr sz="1350" b="0">
                <a:solidFill>
                  <a:srgbClr val="F7F6F2"/>
                </a:solidFill>
                <a:latin typeface="Arial"/>
                <a:ea typeface="Arial"/>
                <a:cs typeface="Arial"/>
              </a:defRPr>
            </a:lvl1pPr>
            <a:lvl2pPr algn="l">
              <a:defRPr sz="1350" b="0">
                <a:solidFill>
                  <a:srgbClr val="F7F6F2"/>
                </a:solidFill>
                <a:latin typeface="Arial"/>
                <a:ea typeface="Arial"/>
                <a:cs typeface="Arial"/>
              </a:defRPr>
            </a:lvl2pPr>
            <a:lvl3pPr algn="l">
              <a:defRPr sz="1350" b="0">
                <a:solidFill>
                  <a:srgbClr val="F7F6F2"/>
                </a:solidFill>
                <a:latin typeface="Arial"/>
                <a:ea typeface="Arial"/>
                <a:cs typeface="Arial"/>
              </a:defRPr>
            </a:lvl3pPr>
            <a:lvl4pPr algn="l">
              <a:defRPr sz="1350" b="0">
                <a:solidFill>
                  <a:srgbClr val="F7F6F2"/>
                </a:solidFill>
                <a:latin typeface="Arial"/>
                <a:ea typeface="Arial"/>
                <a:cs typeface="Arial"/>
              </a:defRPr>
            </a:lvl4pPr>
            <a:lvl5pPr algn="l">
              <a:defRPr sz="1350" b="0">
                <a:solidFill>
                  <a:srgbClr val="F7F6F2"/>
                </a:solidFill>
                <a:latin typeface="Arial"/>
                <a:ea typeface="Arial"/>
                <a:cs typeface="Arial"/>
              </a:defRPr>
            </a:lvl5pPr>
            <a:lvl6pPr algn="l">
              <a:defRPr sz="1350" b="0">
                <a:solidFill>
                  <a:srgbClr val="F7F6F2"/>
                </a:solidFill>
                <a:latin typeface="Arial"/>
                <a:ea typeface="Arial"/>
                <a:cs typeface="Arial"/>
              </a:defRPr>
            </a:lvl6pPr>
            <a:lvl7pPr algn="l">
              <a:defRPr sz="1350" b="0">
                <a:solidFill>
                  <a:srgbClr val="F7F6F2"/>
                </a:solidFill>
                <a:latin typeface="Arial"/>
                <a:ea typeface="Arial"/>
                <a:cs typeface="Arial"/>
              </a:defRPr>
            </a:lvl7pPr>
            <a:lvl8pPr algn="l">
              <a:defRPr sz="1350" b="0">
                <a:solidFill>
                  <a:srgbClr val="F7F6F2"/>
                </a:solidFill>
                <a:latin typeface="Arial"/>
                <a:ea typeface="Arial"/>
                <a:cs typeface="Arial"/>
              </a:defRPr>
            </a:lvl8pPr>
            <a:lvl9pPr algn="l">
              <a:defRPr sz="1350" b="0">
                <a:solidFill>
                  <a:srgbClr val="F7F6F2"/>
                </a:solidFill>
                <a:latin typeface="Arial"/>
                <a:ea typeface="Arial"/>
                <a:cs typeface="Arial"/>
              </a:defRPr>
            </a:lvl9pPr>
          </a:lstStyle>
          <a:p xmlns:a="http://schemas.openxmlformats.org/drawingml/2006/main">
            <a:pPr algn="l">
              <a:defRPr xmlns:a="http://schemas.openxmlformats.org/drawingml/2006/main" sz="1350" b="0">
                <a:solidFill>
                  <a:srgbClr val="F7F6F2"/>
                </a:solidFill>
                <a:latin typeface="Arial"/>
                <a:ea typeface="Arial"/>
                <a:cs typeface="Arial"/>
              </a:defRPr>
            </a:pPr>
            <a:r>
              <a:rPr sz="1350" b="0">
                <a:solidFill>
                  <a:srgbClr val="F7F6F2"/>
                </a:solidFill>
                <a:latin typeface="Arial"/>
                <a:ea typeface="Arial"/>
                <a:cs typeface="Arial"/>
              </a:rPr>
              <a:t>Rankings, comparisons</a:t>
            </a:r>
          </a:p>
          <a:p xmlns:a="http://schemas.openxmlformats.org/drawingml/2006/main">
            <a:pPr algn="l">
              <a:defRPr xmlns:a="http://schemas.openxmlformats.org/drawingml/2006/main" sz="1350" b="0">
                <a:solidFill>
                  <a:srgbClr val="F7F6F2"/>
                </a:solidFill>
                <a:latin typeface="Arial"/>
                <a:ea typeface="Arial"/>
                <a:cs typeface="Arial"/>
              </a:defRPr>
            </a:pPr>
            <a:r>
              <a:rPr lang="en-US" sz="1350" b="0">
                <a:solidFill>
                  <a:srgbClr val="F7F6F2"/>
                </a:solidFill>
                <a:latin typeface="Arial"/>
                <a:ea typeface="Arial"/>
                <a:cs typeface="Arial"/>
              </a:rPr>
              <a:t>and route analysis</a:t>
            </a:r>
          </a:p>
        </p:txBody>
      </p:sp>
      <p:sp>
        <p:nvSpPr>
          <p:cNvPr id="20" name="postgres-store"/>
          <p:cNvSpPr>
            <a:spLocks xmlns:a="http://schemas.openxmlformats.org/drawingml/2006/main" noGrp="1"/>
          </p:cNvSpPr>
          <p:nvPr/>
        </p:nvSpPr>
        <p:spPr>
          <a:xfrm xmlns:a="http://schemas.openxmlformats.org/drawingml/2006/main">
            <a:off x="3467100" y="4695825"/>
            <a:ext cx="2400300" cy="1162050"/>
          </a:xfrm>
          <a:prstGeom xmlns:a="http://schemas.openxmlformats.org/drawingml/2006/main" prst="rect">
            <a:avLst/>
          </a:prstGeom>
          <a:solidFill xmlns:a="http://schemas.openxmlformats.org/drawingml/2006/main">
            <a:srgbClr val="F7F6F2"/>
          </a:solidFill>
          <a:ln xmlns:a="http://schemas.openxmlformats.org/drawingml/2006/main" w="12446">
            <a:solidFill>
              <a:srgbClr val="D8D5CD"/>
            </a:solidFill>
          </a:ln>
        </p:spPr>
        <p:txBody>
          <a:bodyPr xmlns:a="http://schemas.openxmlformats.org/drawingml/2006/main"/>
          <a:lstStyle xmlns:a="http://schemas.openxmlformats.org/drawingml/2006/main"/>
          <a:p xmlns:a="http://schemas.openxmlformats.org/drawingml/2006/main"/>
        </p:txBody>
      </p:sp>
      <p:sp>
        <p:nvSpPr>
          <p:cNvPr id="21" name="text-15"/>
          <p:cNvSpPr>
            <a:spLocks xmlns:a="http://schemas.openxmlformats.org/drawingml/2006/main" noGrp="1"/>
          </p:cNvSpPr>
          <p:nvPr/>
        </p:nvSpPr>
        <p:spPr>
          <a:xfrm xmlns:a="http://schemas.openxmlformats.org/drawingml/2006/main">
            <a:off x="3638550" y="4886325"/>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xmlns:a="http://schemas.openxmlformats.org/drawingml/2006/main" sz="1950" b="1">
                <a:solidFill>
                  <a:srgbClr val="1B1A17"/>
                </a:solidFill>
                <a:latin typeface="Arial"/>
                <a:ea typeface="Arial"/>
                <a:cs typeface="Arial"/>
              </a:defRPr>
            </a:pPr>
            <a:r>
              <a:rPr sz="1950" b="1">
                <a:solidFill>
                  <a:srgbClr val="1B1A17"/>
                </a:solidFill>
                <a:latin typeface="Arial"/>
                <a:ea typeface="Arial"/>
                <a:cs typeface="Arial"/>
              </a:rPr>
              <a:t>Postgres</a:t>
            </a:r>
          </a:p>
        </p:txBody>
      </p:sp>
      <p:sp>
        <p:nvSpPr>
          <p:cNvPr id="22" name="text-16"/>
          <p:cNvSpPr>
            <a:spLocks xmlns:a="http://schemas.openxmlformats.org/drawingml/2006/main" noGrp="1"/>
          </p:cNvSpPr>
          <p:nvPr/>
        </p:nvSpPr>
        <p:spPr>
          <a:xfrm xmlns:a="http://schemas.openxmlformats.org/drawingml/2006/main">
            <a:off x="3638550" y="5305425"/>
            <a:ext cx="20574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xmlns:a="http://schemas.openxmlformats.org/drawingml/2006/main" sz="1350" b="0">
                <a:solidFill>
                  <a:srgbClr val="66645E"/>
                </a:solidFill>
                <a:latin typeface="Arial"/>
                <a:ea typeface="Arial"/>
                <a:cs typeface="Arial"/>
              </a:defRPr>
            </a:pPr>
            <a:r>
              <a:rPr sz="1350" b="0">
                <a:solidFill>
                  <a:srgbClr val="66645E"/>
                </a:solidFill>
                <a:latin typeface="Arial"/>
                <a:ea typeface="Arial"/>
                <a:cs typeface="Arial"/>
              </a:rPr>
              <a:t>Sessions, history</a:t>
            </a:r>
          </a:p>
          <a:p xmlns:a="http://schemas.openxmlformats.org/drawingml/2006/main">
            <a:pPr algn="l">
              <a:defRPr xmlns:a="http://schemas.openxmlformats.org/drawingml/2006/main" sz="1350" b="0">
                <a:solidFill>
                  <a:srgbClr val="66645E"/>
                </a:solidFill>
                <a:latin typeface="Arial"/>
                <a:ea typeface="Arial"/>
                <a:cs typeface="Arial"/>
              </a:defRPr>
            </a:pPr>
            <a:r>
              <a:rPr lang="en-US" sz="1350" b="0">
                <a:solidFill>
                  <a:srgbClr val="66645E"/>
                </a:solidFill>
                <a:latin typeface="Arial"/>
                <a:ea typeface="Arial"/>
                <a:cs typeface="Arial"/>
              </a:rPr>
              <a:t>and model usage</a:t>
            </a:r>
          </a:p>
        </p:txBody>
      </p:sp>
      <p:sp>
        <p:nvSpPr>
          <p:cNvPr id="23" name="live-data"/>
          <p:cNvSpPr>
            <a:spLocks xmlns:a="http://schemas.openxmlformats.org/drawingml/2006/main" noGrp="1"/>
          </p:cNvSpPr>
          <p:nvPr/>
        </p:nvSpPr>
        <p:spPr>
          <a:xfrm xmlns:a="http://schemas.openxmlformats.org/drawingml/2006/main">
            <a:off x="6324600" y="4695825"/>
            <a:ext cx="2400300" cy="1162050"/>
          </a:xfrm>
          <a:prstGeom xmlns:a="http://schemas.openxmlformats.org/drawingml/2006/main" prst="rect">
            <a:avLst/>
          </a:prstGeom>
          <a:solidFill xmlns:a="http://schemas.openxmlformats.org/drawingml/2006/main">
            <a:srgbClr val="F7F6F2"/>
          </a:solidFill>
          <a:ln xmlns:a="http://schemas.openxmlformats.org/drawingml/2006/main" w="12446">
            <a:solidFill>
              <a:srgbClr val="D8D5CD"/>
            </a:solidFill>
          </a:ln>
        </p:spPr>
        <p:txBody>
          <a:bodyPr xmlns:a="http://schemas.openxmlformats.org/drawingml/2006/main"/>
          <a:lstStyle xmlns:a="http://schemas.openxmlformats.org/drawingml/2006/main"/>
          <a:p xmlns:a="http://schemas.openxmlformats.org/drawingml/2006/main"/>
        </p:txBody>
      </p:sp>
      <p:sp>
        <p:nvSpPr>
          <p:cNvPr id="24" name="text-17"/>
          <p:cNvSpPr>
            <a:spLocks xmlns:a="http://schemas.openxmlformats.org/drawingml/2006/main" noGrp="1"/>
          </p:cNvSpPr>
          <p:nvPr/>
        </p:nvSpPr>
        <p:spPr>
          <a:xfrm xmlns:a="http://schemas.openxmlformats.org/drawingml/2006/main">
            <a:off x="6496050" y="4886325"/>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xmlns:a="http://schemas.openxmlformats.org/drawingml/2006/main" sz="1950" b="1">
                <a:solidFill>
                  <a:srgbClr val="1B1A17"/>
                </a:solidFill>
                <a:latin typeface="Arial"/>
                <a:ea typeface="Arial"/>
                <a:cs typeface="Arial"/>
              </a:defRPr>
            </a:pPr>
            <a:r>
              <a:rPr sz="1950" b="1">
                <a:solidFill>
                  <a:srgbClr val="1B1A17"/>
                </a:solidFill>
                <a:latin typeface="Arial"/>
                <a:ea typeface="Arial"/>
                <a:cs typeface="Arial"/>
              </a:rPr>
              <a:t>Live APIs</a:t>
            </a:r>
          </a:p>
        </p:txBody>
      </p:sp>
      <p:sp>
        <p:nvSpPr>
          <p:cNvPr id="25" name="text-18"/>
          <p:cNvSpPr>
            <a:spLocks xmlns:a="http://schemas.openxmlformats.org/drawingml/2006/main" noGrp="1"/>
          </p:cNvSpPr>
          <p:nvPr/>
        </p:nvSpPr>
        <p:spPr>
          <a:xfrm xmlns:a="http://schemas.openxmlformats.org/drawingml/2006/main">
            <a:off x="6496050" y="5305425"/>
            <a:ext cx="20574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xmlns:a="http://schemas.openxmlformats.org/drawingml/2006/main" sz="1350" b="0">
                <a:solidFill>
                  <a:srgbClr val="66645E"/>
                </a:solidFill>
                <a:latin typeface="Arial"/>
                <a:ea typeface="Arial"/>
                <a:cs typeface="Arial"/>
              </a:defRPr>
            </a:pPr>
            <a:r>
              <a:rPr sz="1350" b="0">
                <a:solidFill>
                  <a:srgbClr val="66645E"/>
                </a:solidFill>
                <a:latin typeface="Arial"/>
                <a:ea typeface="Arial"/>
                <a:cs typeface="Arial"/>
              </a:rPr>
              <a:t>BTS, DOT and FAA</a:t>
            </a:r>
          </a:p>
          <a:p xmlns:a="http://schemas.openxmlformats.org/drawingml/2006/main">
            <a:pPr algn="l">
              <a:defRPr xmlns:a="http://schemas.openxmlformats.org/drawingml/2006/main" sz="1350" b="0">
                <a:solidFill>
                  <a:srgbClr val="66645E"/>
                </a:solidFill>
                <a:latin typeface="Arial"/>
                <a:ea typeface="Arial"/>
                <a:cs typeface="Arial"/>
              </a:defRPr>
            </a:pPr>
            <a:r>
              <a:rPr lang="en-US" sz="1350" b="0">
                <a:solidFill>
                  <a:srgbClr val="66645E"/>
                </a:solidFill>
                <a:latin typeface="Arial"/>
                <a:ea typeface="Arial"/>
                <a:cs typeface="Arial"/>
              </a:rPr>
              <a:t>Context only</a:t>
            </a:r>
          </a:p>
        </p:txBody>
      </p:sp>
      <p:sp>
        <p:nvSpPr>
          <p:cNvPr id="26" name="snapshot-data"/>
          <p:cNvSpPr>
            <a:spLocks xmlns:a="http://schemas.openxmlformats.org/drawingml/2006/main" noGrp="1"/>
          </p:cNvSpPr>
          <p:nvPr/>
        </p:nvSpPr>
        <p:spPr>
          <a:xfrm xmlns:a="http://schemas.openxmlformats.org/drawingml/2006/main">
            <a:off x="9182100" y="4695825"/>
            <a:ext cx="2400300" cy="1162050"/>
          </a:xfrm>
          <a:prstGeom xmlns:a="http://schemas.openxmlformats.org/drawingml/2006/main" prst="rect">
            <a:avLst/>
          </a:prstGeom>
          <a:solidFill xmlns:a="http://schemas.openxmlformats.org/drawingml/2006/main">
            <a:srgbClr val="F7F6F2"/>
          </a:solidFill>
          <a:ln xmlns:a="http://schemas.openxmlformats.org/drawingml/2006/main" w="12446">
            <a:solidFill>
              <a:srgbClr val="D8D5CD"/>
            </a:solidFill>
          </a:ln>
        </p:spPr>
        <p:txBody>
          <a:bodyPr xmlns:a="http://schemas.openxmlformats.org/drawingml/2006/main"/>
          <a:lstStyle xmlns:a="http://schemas.openxmlformats.org/drawingml/2006/main"/>
          <a:p xmlns:a="http://schemas.openxmlformats.org/drawingml/2006/main"/>
        </p:txBody>
      </p:sp>
      <p:sp>
        <p:nvSpPr>
          <p:cNvPr id="27" name="text-19"/>
          <p:cNvSpPr>
            <a:spLocks xmlns:a="http://schemas.openxmlformats.org/drawingml/2006/main" noGrp="1"/>
          </p:cNvSpPr>
          <p:nvPr/>
        </p:nvSpPr>
        <p:spPr>
          <a:xfrm xmlns:a="http://schemas.openxmlformats.org/drawingml/2006/main">
            <a:off x="9353550" y="4886325"/>
            <a:ext cx="20574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950" b="1">
                <a:solidFill>
                  <a:srgbClr val="1B1A17"/>
                </a:solidFill>
                <a:latin typeface="Arial"/>
                <a:ea typeface="Arial"/>
                <a:cs typeface="Arial"/>
              </a:defRPr>
            </a:defPPr>
            <a:lvl1pPr algn="l">
              <a:defRPr sz="1950" b="1">
                <a:solidFill>
                  <a:srgbClr val="1B1A17"/>
                </a:solidFill>
                <a:latin typeface="Arial"/>
                <a:ea typeface="Arial"/>
                <a:cs typeface="Arial"/>
              </a:defRPr>
            </a:lvl1pPr>
            <a:lvl2pPr algn="l">
              <a:defRPr sz="1950" b="1">
                <a:solidFill>
                  <a:srgbClr val="1B1A17"/>
                </a:solidFill>
                <a:latin typeface="Arial"/>
                <a:ea typeface="Arial"/>
                <a:cs typeface="Arial"/>
              </a:defRPr>
            </a:lvl2pPr>
            <a:lvl3pPr algn="l">
              <a:defRPr sz="1950" b="1">
                <a:solidFill>
                  <a:srgbClr val="1B1A17"/>
                </a:solidFill>
                <a:latin typeface="Arial"/>
                <a:ea typeface="Arial"/>
                <a:cs typeface="Arial"/>
              </a:defRPr>
            </a:lvl3pPr>
            <a:lvl4pPr algn="l">
              <a:defRPr sz="1950" b="1">
                <a:solidFill>
                  <a:srgbClr val="1B1A17"/>
                </a:solidFill>
                <a:latin typeface="Arial"/>
                <a:ea typeface="Arial"/>
                <a:cs typeface="Arial"/>
              </a:defRPr>
            </a:lvl4pPr>
            <a:lvl5pPr algn="l">
              <a:defRPr sz="1950" b="1">
                <a:solidFill>
                  <a:srgbClr val="1B1A17"/>
                </a:solidFill>
                <a:latin typeface="Arial"/>
                <a:ea typeface="Arial"/>
                <a:cs typeface="Arial"/>
              </a:defRPr>
            </a:lvl5pPr>
            <a:lvl6pPr algn="l">
              <a:defRPr sz="1950" b="1">
                <a:solidFill>
                  <a:srgbClr val="1B1A17"/>
                </a:solidFill>
                <a:latin typeface="Arial"/>
                <a:ea typeface="Arial"/>
                <a:cs typeface="Arial"/>
              </a:defRPr>
            </a:lvl6pPr>
            <a:lvl7pPr algn="l">
              <a:defRPr sz="1950" b="1">
                <a:solidFill>
                  <a:srgbClr val="1B1A17"/>
                </a:solidFill>
                <a:latin typeface="Arial"/>
                <a:ea typeface="Arial"/>
                <a:cs typeface="Arial"/>
              </a:defRPr>
            </a:lvl7pPr>
            <a:lvl8pPr algn="l">
              <a:defRPr sz="1950" b="1">
                <a:solidFill>
                  <a:srgbClr val="1B1A17"/>
                </a:solidFill>
                <a:latin typeface="Arial"/>
                <a:ea typeface="Arial"/>
                <a:cs typeface="Arial"/>
              </a:defRPr>
            </a:lvl8pPr>
            <a:lvl9pPr algn="l">
              <a:defRPr sz="1950" b="1">
                <a:solidFill>
                  <a:srgbClr val="1B1A17"/>
                </a:solidFill>
                <a:latin typeface="Arial"/>
                <a:ea typeface="Arial"/>
                <a:cs typeface="Arial"/>
              </a:defRPr>
            </a:lvl9pPr>
          </a:lstStyle>
          <a:p xmlns:a="http://schemas.openxmlformats.org/drawingml/2006/main">
            <a:pPr algn="l">
              <a:defRPr xmlns:a="http://schemas.openxmlformats.org/drawingml/2006/main" sz="1950" b="1">
                <a:solidFill>
                  <a:srgbClr val="1B1A17"/>
                </a:solidFill>
                <a:latin typeface="Arial"/>
                <a:ea typeface="Arial"/>
                <a:cs typeface="Arial"/>
              </a:defRPr>
            </a:pPr>
            <a:r>
              <a:rPr sz="1950" b="1">
                <a:solidFill>
                  <a:srgbClr val="1B1A17"/>
                </a:solidFill>
                <a:latin typeface="Arial"/>
                <a:ea typeface="Arial"/>
                <a:cs typeface="Arial"/>
              </a:rPr>
              <a:t>Snapshot data</a:t>
            </a:r>
          </a:p>
        </p:txBody>
      </p:sp>
      <p:sp>
        <p:nvSpPr>
          <p:cNvPr id="28" name="text-20"/>
          <p:cNvSpPr>
            <a:spLocks xmlns:a="http://schemas.openxmlformats.org/drawingml/2006/main" noGrp="1"/>
          </p:cNvSpPr>
          <p:nvPr/>
        </p:nvSpPr>
        <p:spPr>
          <a:xfrm xmlns:a="http://schemas.openxmlformats.org/drawingml/2006/main">
            <a:off x="9353550" y="5305425"/>
            <a:ext cx="20574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350" b="0">
                <a:solidFill>
                  <a:srgbClr val="66645E"/>
                </a:solidFill>
                <a:latin typeface="Arial"/>
                <a:ea typeface="Arial"/>
                <a:cs typeface="Arial"/>
              </a:defRPr>
            </a:defPPr>
            <a:lvl1pPr algn="l">
              <a:defRPr sz="1350" b="0">
                <a:solidFill>
                  <a:srgbClr val="66645E"/>
                </a:solidFill>
                <a:latin typeface="Arial"/>
                <a:ea typeface="Arial"/>
                <a:cs typeface="Arial"/>
              </a:defRPr>
            </a:lvl1pPr>
            <a:lvl2pPr algn="l">
              <a:defRPr sz="1350" b="0">
                <a:solidFill>
                  <a:srgbClr val="66645E"/>
                </a:solidFill>
                <a:latin typeface="Arial"/>
                <a:ea typeface="Arial"/>
                <a:cs typeface="Arial"/>
              </a:defRPr>
            </a:lvl2pPr>
            <a:lvl3pPr algn="l">
              <a:defRPr sz="1350" b="0">
                <a:solidFill>
                  <a:srgbClr val="66645E"/>
                </a:solidFill>
                <a:latin typeface="Arial"/>
                <a:ea typeface="Arial"/>
                <a:cs typeface="Arial"/>
              </a:defRPr>
            </a:lvl3pPr>
            <a:lvl4pPr algn="l">
              <a:defRPr sz="1350" b="0">
                <a:solidFill>
                  <a:srgbClr val="66645E"/>
                </a:solidFill>
                <a:latin typeface="Arial"/>
                <a:ea typeface="Arial"/>
                <a:cs typeface="Arial"/>
              </a:defRPr>
            </a:lvl4pPr>
            <a:lvl5pPr algn="l">
              <a:defRPr sz="1350" b="0">
                <a:solidFill>
                  <a:srgbClr val="66645E"/>
                </a:solidFill>
                <a:latin typeface="Arial"/>
                <a:ea typeface="Arial"/>
                <a:cs typeface="Arial"/>
              </a:defRPr>
            </a:lvl5pPr>
            <a:lvl6pPr algn="l">
              <a:defRPr sz="1350" b="0">
                <a:solidFill>
                  <a:srgbClr val="66645E"/>
                </a:solidFill>
                <a:latin typeface="Arial"/>
                <a:ea typeface="Arial"/>
                <a:cs typeface="Arial"/>
              </a:defRPr>
            </a:lvl6pPr>
            <a:lvl7pPr algn="l">
              <a:defRPr sz="1350" b="0">
                <a:solidFill>
                  <a:srgbClr val="66645E"/>
                </a:solidFill>
                <a:latin typeface="Arial"/>
                <a:ea typeface="Arial"/>
                <a:cs typeface="Arial"/>
              </a:defRPr>
            </a:lvl7pPr>
            <a:lvl8pPr algn="l">
              <a:defRPr sz="1350" b="0">
                <a:solidFill>
                  <a:srgbClr val="66645E"/>
                </a:solidFill>
                <a:latin typeface="Arial"/>
                <a:ea typeface="Arial"/>
                <a:cs typeface="Arial"/>
              </a:defRPr>
            </a:lvl8pPr>
            <a:lvl9pPr algn="l">
              <a:defRPr sz="1350" b="0">
                <a:solidFill>
                  <a:srgbClr val="66645E"/>
                </a:solidFill>
                <a:latin typeface="Arial"/>
                <a:ea typeface="Arial"/>
                <a:cs typeface="Arial"/>
              </a:defRPr>
            </a:lvl9pPr>
          </a:lstStyle>
          <a:p xmlns:a="http://schemas.openxmlformats.org/drawingml/2006/main">
            <a:pPr algn="l">
              <a:defRPr xmlns:a="http://schemas.openxmlformats.org/drawingml/2006/main" sz="1350" b="0">
                <a:solidFill>
                  <a:srgbClr val="66645E"/>
                </a:solidFill>
                <a:latin typeface="Arial"/>
                <a:ea typeface="Arial"/>
                <a:cs typeface="Arial"/>
              </a:defRPr>
            </a:pPr>
            <a:r>
              <a:rPr sz="1350" b="0">
                <a:solidFill>
                  <a:srgbClr val="66645E"/>
                </a:solidFill>
                <a:latin typeface="Arial"/>
                <a:ea typeface="Arial"/>
                <a:cs typeface="Arial"/>
              </a:rPr>
              <a:t>Read-only DuckDB</a:t>
            </a:r>
          </a:p>
          <a:p xmlns:a="http://schemas.openxmlformats.org/drawingml/2006/main">
            <a:pPr algn="l">
              <a:defRPr xmlns:a="http://schemas.openxmlformats.org/drawingml/2006/main" sz="1350" b="0">
                <a:solidFill>
                  <a:srgbClr val="66645E"/>
                </a:solidFill>
                <a:latin typeface="Arial"/>
                <a:ea typeface="Arial"/>
                <a:cs typeface="Arial"/>
              </a:defRPr>
            </a:pPr>
            <a:r>
              <a:rPr lang="en-US" sz="1350" b="0">
                <a:solidFill>
                  <a:srgbClr val="66645E"/>
                </a:solidFill>
                <a:latin typeface="Arial"/>
                <a:ea typeface="Arial"/>
                <a:cs typeface="Arial"/>
              </a:rPr>
              <a:t>over dated Parquet</a:t>
            </a:r>
          </a:p>
        </p:txBody>
      </p:sp>
      <p:sp>
        <p:nvSpPr>
          <p:cNvPr id="35" name="text-21"/>
          <p:cNvSpPr>
            <a:spLocks xmlns:a="http://schemas.openxmlformats.org/drawingml/2006/main" noGrp="1"/>
          </p:cNvSpPr>
          <p:nvPr/>
        </p:nvSpPr>
        <p:spPr>
          <a:xfrm xmlns:a="http://schemas.openxmlformats.org/drawingml/2006/main">
            <a:off x="3733800" y="4219575"/>
            <a:ext cx="1866900" cy="285750"/>
          </a:xfrm>
          <a:prstGeom xmlns:a="http://schemas.openxmlformats.org/drawingml/2006/main" prst="rect">
            <a:avLst/>
          </a:prstGeom>
          <a:solidFill xmlns:a="http://schemas.openxmlformats.org/drawingml/2006/main">
            <a:srgbClr val="F7F6F2"/>
          </a:solidFill>
          <a:ln xmlns:a="http://schemas.openxmlformats.org/drawingml/2006/main">
            <a:noFill/>
          </a:ln>
        </p:spPr>
        <p:txBody>
          <a:bodyPr xmlns:a="http://schemas.openxmlformats.org/drawingml/2006/main" wrap="square" lIns="0" tIns="0" rIns="0" bIns="0" anchor="t">
            <a:noAutofit/>
          </a:bodyPr>
          <a:lstStyle xmlns:a="http://schemas.openxmlformats.org/drawingml/2006/main">
            <a:defPPr algn="ctr">
              <a:defRPr sz="1275" b="0">
                <a:solidFill>
                  <a:srgbClr val="66645E"/>
                </a:solidFill>
                <a:latin typeface="Arial"/>
                <a:ea typeface="Arial"/>
                <a:cs typeface="Arial"/>
              </a:defRPr>
            </a:defPPr>
            <a:lvl1pPr algn="ctr">
              <a:defRPr sz="1275" b="0">
                <a:solidFill>
                  <a:srgbClr val="66645E"/>
                </a:solidFill>
                <a:latin typeface="Arial"/>
                <a:ea typeface="Arial"/>
                <a:cs typeface="Arial"/>
              </a:defRPr>
            </a:lvl1pPr>
            <a:lvl2pPr algn="ctr">
              <a:defRPr sz="1275" b="0">
                <a:solidFill>
                  <a:srgbClr val="66645E"/>
                </a:solidFill>
                <a:latin typeface="Arial"/>
                <a:ea typeface="Arial"/>
                <a:cs typeface="Arial"/>
              </a:defRPr>
            </a:lvl2pPr>
            <a:lvl3pPr algn="ctr">
              <a:defRPr sz="1275" b="0">
                <a:solidFill>
                  <a:srgbClr val="66645E"/>
                </a:solidFill>
                <a:latin typeface="Arial"/>
                <a:ea typeface="Arial"/>
                <a:cs typeface="Arial"/>
              </a:defRPr>
            </a:lvl3pPr>
            <a:lvl4pPr algn="ctr">
              <a:defRPr sz="1275" b="0">
                <a:solidFill>
                  <a:srgbClr val="66645E"/>
                </a:solidFill>
                <a:latin typeface="Arial"/>
                <a:ea typeface="Arial"/>
                <a:cs typeface="Arial"/>
              </a:defRPr>
            </a:lvl4pPr>
            <a:lvl5pPr algn="ctr">
              <a:defRPr sz="1275" b="0">
                <a:solidFill>
                  <a:srgbClr val="66645E"/>
                </a:solidFill>
                <a:latin typeface="Arial"/>
                <a:ea typeface="Arial"/>
                <a:cs typeface="Arial"/>
              </a:defRPr>
            </a:lvl5pPr>
            <a:lvl6pPr algn="ctr">
              <a:defRPr sz="1275" b="0">
                <a:solidFill>
                  <a:srgbClr val="66645E"/>
                </a:solidFill>
                <a:latin typeface="Arial"/>
                <a:ea typeface="Arial"/>
                <a:cs typeface="Arial"/>
              </a:defRPr>
            </a:lvl6pPr>
            <a:lvl7pPr algn="ctr">
              <a:defRPr sz="1275" b="0">
                <a:solidFill>
                  <a:srgbClr val="66645E"/>
                </a:solidFill>
                <a:latin typeface="Arial"/>
                <a:ea typeface="Arial"/>
                <a:cs typeface="Arial"/>
              </a:defRPr>
            </a:lvl7pPr>
            <a:lvl8pPr algn="ctr">
              <a:defRPr sz="1275" b="0">
                <a:solidFill>
                  <a:srgbClr val="66645E"/>
                </a:solidFill>
                <a:latin typeface="Arial"/>
                <a:ea typeface="Arial"/>
                <a:cs typeface="Arial"/>
              </a:defRPr>
            </a:lvl8pPr>
            <a:lvl9pPr algn="ctr">
              <a:defRPr sz="1275" b="0">
                <a:solidFill>
                  <a:srgbClr val="66645E"/>
                </a:solidFill>
                <a:latin typeface="Arial"/>
                <a:ea typeface="Arial"/>
                <a:cs typeface="Arial"/>
              </a:defRPr>
            </a:lvl9pPr>
          </a:lstStyle>
          <a:p xmlns:a="http://schemas.openxmlformats.org/drawingml/2006/main">
            <a:pPr algn="ctr">
              <a:defRPr xmlns:a="http://schemas.openxmlformats.org/drawingml/2006/main" sz="1275" b="0">
                <a:solidFill>
                  <a:srgbClr val="66645E"/>
                </a:solidFill>
                <a:latin typeface="Arial"/>
                <a:ea typeface="Arial"/>
                <a:cs typeface="Arial"/>
              </a:defRPr>
            </a:pPr>
            <a:r>
              <a:rPr sz="1275" b="0">
                <a:solidFill>
                  <a:srgbClr val="66645E"/>
                </a:solidFill>
                <a:latin typeface="Arial"/>
                <a:ea typeface="Arial"/>
                <a:cs typeface="Arial"/>
              </a:rPr>
              <a:t>Save / restore</a:t>
            </a:r>
          </a:p>
        </p:txBody>
      </p:sp>
      <p:sp>
        <p:nvSpPr>
          <p:cNvPr id="36" name="text-22"/>
          <p:cNvSpPr>
            <a:spLocks xmlns:a="http://schemas.openxmlformats.org/drawingml/2006/main" noGrp="1"/>
          </p:cNvSpPr>
          <p:nvPr/>
        </p:nvSpPr>
        <p:spPr>
          <a:xfrm xmlns:a="http://schemas.openxmlformats.org/drawingml/2006/main">
            <a:off x="6591300" y="4219575"/>
            <a:ext cx="1866900" cy="285750"/>
          </a:xfrm>
          <a:prstGeom xmlns:a="http://schemas.openxmlformats.org/drawingml/2006/main" prst="rect">
            <a:avLst/>
          </a:prstGeom>
          <a:solidFill xmlns:a="http://schemas.openxmlformats.org/drawingml/2006/main">
            <a:srgbClr val="F7F6F2"/>
          </a:solidFill>
          <a:ln xmlns:a="http://schemas.openxmlformats.org/drawingml/2006/main">
            <a:noFill/>
          </a:ln>
        </p:spPr>
        <p:txBody>
          <a:bodyPr xmlns:a="http://schemas.openxmlformats.org/drawingml/2006/main" wrap="square" lIns="0" tIns="0" rIns="0" bIns="0" anchor="t">
            <a:noAutofit/>
          </a:bodyPr>
          <a:lstStyle xmlns:a="http://schemas.openxmlformats.org/drawingml/2006/main">
            <a:defPPr algn="ctr">
              <a:defRPr sz="1275" b="0">
                <a:solidFill>
                  <a:srgbClr val="66645E"/>
                </a:solidFill>
                <a:latin typeface="Arial"/>
                <a:ea typeface="Arial"/>
                <a:cs typeface="Arial"/>
              </a:defRPr>
            </a:defPPr>
            <a:lvl1pPr algn="ctr">
              <a:defRPr sz="1275" b="0">
                <a:solidFill>
                  <a:srgbClr val="66645E"/>
                </a:solidFill>
                <a:latin typeface="Arial"/>
                <a:ea typeface="Arial"/>
                <a:cs typeface="Arial"/>
              </a:defRPr>
            </a:lvl1pPr>
            <a:lvl2pPr algn="ctr">
              <a:defRPr sz="1275" b="0">
                <a:solidFill>
                  <a:srgbClr val="66645E"/>
                </a:solidFill>
                <a:latin typeface="Arial"/>
                <a:ea typeface="Arial"/>
                <a:cs typeface="Arial"/>
              </a:defRPr>
            </a:lvl2pPr>
            <a:lvl3pPr algn="ctr">
              <a:defRPr sz="1275" b="0">
                <a:solidFill>
                  <a:srgbClr val="66645E"/>
                </a:solidFill>
                <a:latin typeface="Arial"/>
                <a:ea typeface="Arial"/>
                <a:cs typeface="Arial"/>
              </a:defRPr>
            </a:lvl3pPr>
            <a:lvl4pPr algn="ctr">
              <a:defRPr sz="1275" b="0">
                <a:solidFill>
                  <a:srgbClr val="66645E"/>
                </a:solidFill>
                <a:latin typeface="Arial"/>
                <a:ea typeface="Arial"/>
                <a:cs typeface="Arial"/>
              </a:defRPr>
            </a:lvl4pPr>
            <a:lvl5pPr algn="ctr">
              <a:defRPr sz="1275" b="0">
                <a:solidFill>
                  <a:srgbClr val="66645E"/>
                </a:solidFill>
                <a:latin typeface="Arial"/>
                <a:ea typeface="Arial"/>
                <a:cs typeface="Arial"/>
              </a:defRPr>
            </a:lvl5pPr>
            <a:lvl6pPr algn="ctr">
              <a:defRPr sz="1275" b="0">
                <a:solidFill>
                  <a:srgbClr val="66645E"/>
                </a:solidFill>
                <a:latin typeface="Arial"/>
                <a:ea typeface="Arial"/>
                <a:cs typeface="Arial"/>
              </a:defRPr>
            </a:lvl6pPr>
            <a:lvl7pPr algn="ctr">
              <a:defRPr sz="1275" b="0">
                <a:solidFill>
                  <a:srgbClr val="66645E"/>
                </a:solidFill>
                <a:latin typeface="Arial"/>
                <a:ea typeface="Arial"/>
                <a:cs typeface="Arial"/>
              </a:defRPr>
            </a:lvl7pPr>
            <a:lvl8pPr algn="ctr">
              <a:defRPr sz="1275" b="0">
                <a:solidFill>
                  <a:srgbClr val="66645E"/>
                </a:solidFill>
                <a:latin typeface="Arial"/>
                <a:ea typeface="Arial"/>
                <a:cs typeface="Arial"/>
              </a:defRPr>
            </a:lvl8pPr>
            <a:lvl9pPr algn="ctr">
              <a:defRPr sz="1275" b="0">
                <a:solidFill>
                  <a:srgbClr val="66645E"/>
                </a:solidFill>
                <a:latin typeface="Arial"/>
                <a:ea typeface="Arial"/>
                <a:cs typeface="Arial"/>
              </a:defRPr>
            </a:lvl9pPr>
          </a:lstStyle>
          <a:p xmlns:a="http://schemas.openxmlformats.org/drawingml/2006/main">
            <a:pPr algn="ctr">
              <a:defRPr xmlns:a="http://schemas.openxmlformats.org/drawingml/2006/main" sz="1275" b="0">
                <a:solidFill>
                  <a:srgbClr val="66645E"/>
                </a:solidFill>
                <a:latin typeface="Arial"/>
                <a:ea typeface="Arial"/>
                <a:cs typeface="Arial"/>
              </a:defRPr>
            </a:pPr>
            <a:r>
              <a:rPr sz="1275" b="0">
                <a:solidFill>
                  <a:srgbClr val="66645E"/>
                </a:solidFill>
                <a:latin typeface="Arial"/>
                <a:ea typeface="Arial"/>
                <a:cs typeface="Arial"/>
              </a:rPr>
              <a:t>Fetch live context</a:t>
            </a:r>
          </a:p>
        </p:txBody>
      </p:sp>
      <p:sp>
        <p:nvSpPr>
          <p:cNvPr id="37" name="text-23"/>
          <p:cNvSpPr>
            <a:spLocks xmlns:a="http://schemas.openxmlformats.org/drawingml/2006/main" noGrp="1"/>
          </p:cNvSpPr>
          <p:nvPr/>
        </p:nvSpPr>
        <p:spPr>
          <a:xfrm xmlns:a="http://schemas.openxmlformats.org/drawingml/2006/main">
            <a:off x="9448800" y="4219575"/>
            <a:ext cx="1866900" cy="285750"/>
          </a:xfrm>
          <a:prstGeom xmlns:a="http://schemas.openxmlformats.org/drawingml/2006/main" prst="rect">
            <a:avLst/>
          </a:prstGeom>
          <a:solidFill xmlns:a="http://schemas.openxmlformats.org/drawingml/2006/main">
            <a:srgbClr val="F7F6F2"/>
          </a:solidFill>
          <a:ln xmlns:a="http://schemas.openxmlformats.org/drawingml/2006/main">
            <a:noFill/>
          </a:ln>
        </p:spPr>
        <p:txBody>
          <a:bodyPr xmlns:a="http://schemas.openxmlformats.org/drawingml/2006/main" wrap="square" lIns="0" tIns="0" rIns="0" bIns="0" anchor="t">
            <a:noAutofit/>
          </a:bodyPr>
          <a:lstStyle xmlns:a="http://schemas.openxmlformats.org/drawingml/2006/main">
            <a:defPPr algn="ctr">
              <a:defRPr sz="1275" b="0">
                <a:solidFill>
                  <a:srgbClr val="66645E"/>
                </a:solidFill>
                <a:latin typeface="Arial"/>
                <a:ea typeface="Arial"/>
                <a:cs typeface="Arial"/>
              </a:defRPr>
            </a:defPPr>
            <a:lvl1pPr algn="ctr">
              <a:defRPr sz="1275" b="0">
                <a:solidFill>
                  <a:srgbClr val="66645E"/>
                </a:solidFill>
                <a:latin typeface="Arial"/>
                <a:ea typeface="Arial"/>
                <a:cs typeface="Arial"/>
              </a:defRPr>
            </a:lvl1pPr>
            <a:lvl2pPr algn="ctr">
              <a:defRPr sz="1275" b="0">
                <a:solidFill>
                  <a:srgbClr val="66645E"/>
                </a:solidFill>
                <a:latin typeface="Arial"/>
                <a:ea typeface="Arial"/>
                <a:cs typeface="Arial"/>
              </a:defRPr>
            </a:lvl2pPr>
            <a:lvl3pPr algn="ctr">
              <a:defRPr sz="1275" b="0">
                <a:solidFill>
                  <a:srgbClr val="66645E"/>
                </a:solidFill>
                <a:latin typeface="Arial"/>
                <a:ea typeface="Arial"/>
                <a:cs typeface="Arial"/>
              </a:defRPr>
            </a:lvl3pPr>
            <a:lvl4pPr algn="ctr">
              <a:defRPr sz="1275" b="0">
                <a:solidFill>
                  <a:srgbClr val="66645E"/>
                </a:solidFill>
                <a:latin typeface="Arial"/>
                <a:ea typeface="Arial"/>
                <a:cs typeface="Arial"/>
              </a:defRPr>
            </a:lvl4pPr>
            <a:lvl5pPr algn="ctr">
              <a:defRPr sz="1275" b="0">
                <a:solidFill>
                  <a:srgbClr val="66645E"/>
                </a:solidFill>
                <a:latin typeface="Arial"/>
                <a:ea typeface="Arial"/>
                <a:cs typeface="Arial"/>
              </a:defRPr>
            </a:lvl5pPr>
            <a:lvl6pPr algn="ctr">
              <a:defRPr sz="1275" b="0">
                <a:solidFill>
                  <a:srgbClr val="66645E"/>
                </a:solidFill>
                <a:latin typeface="Arial"/>
                <a:ea typeface="Arial"/>
                <a:cs typeface="Arial"/>
              </a:defRPr>
            </a:lvl6pPr>
            <a:lvl7pPr algn="ctr">
              <a:defRPr sz="1275" b="0">
                <a:solidFill>
                  <a:srgbClr val="66645E"/>
                </a:solidFill>
                <a:latin typeface="Arial"/>
                <a:ea typeface="Arial"/>
                <a:cs typeface="Arial"/>
              </a:defRPr>
            </a:lvl7pPr>
            <a:lvl8pPr algn="ctr">
              <a:defRPr sz="1275" b="0">
                <a:solidFill>
                  <a:srgbClr val="66645E"/>
                </a:solidFill>
                <a:latin typeface="Arial"/>
                <a:ea typeface="Arial"/>
                <a:cs typeface="Arial"/>
              </a:defRPr>
            </a:lvl8pPr>
            <a:lvl9pPr algn="ctr">
              <a:defRPr sz="1275" b="0">
                <a:solidFill>
                  <a:srgbClr val="66645E"/>
                </a:solidFill>
                <a:latin typeface="Arial"/>
                <a:ea typeface="Arial"/>
                <a:cs typeface="Arial"/>
              </a:defRPr>
            </a:lvl9pPr>
          </a:lstStyle>
          <a:p xmlns:a="http://schemas.openxmlformats.org/drawingml/2006/main">
            <a:pPr algn="ctr">
              <a:defRPr xmlns:a="http://schemas.openxmlformats.org/drawingml/2006/main" sz="1275" b="0">
                <a:solidFill>
                  <a:srgbClr val="66645E"/>
                </a:solidFill>
                <a:latin typeface="Arial"/>
                <a:ea typeface="Arial"/>
                <a:cs typeface="Arial"/>
              </a:defRPr>
            </a:pPr>
            <a:r>
              <a:rPr sz="1275" b="0">
                <a:solidFill>
                  <a:srgbClr val="66645E"/>
                </a:solidFill>
                <a:latin typeface="Arial"/>
                <a:ea typeface="Arial"/>
                <a:cs typeface="Arial"/>
              </a:rPr>
              <a:t>Read-only SQL</a:t>
            </a:r>
          </a:p>
        </p:txBody>
      </p:sp>
      <p:sp>
        <p:nvSpPr>
          <p:cNvPr id="38" name="text-24"/>
          <p:cNvSpPr>
            <a:spLocks xmlns:a="http://schemas.openxmlformats.org/drawingml/2006/main" noGrp="1"/>
          </p:cNvSpPr>
          <p:nvPr/>
        </p:nvSpPr>
        <p:spPr>
          <a:xfrm xmlns:a="http://schemas.openxmlformats.org/drawingml/2006/main">
            <a:off x="609600" y="4686300"/>
            <a:ext cx="240030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2025" b="1">
                <a:solidFill>
                  <a:srgbClr val="1B1A17"/>
                </a:solidFill>
                <a:latin typeface="Arial"/>
                <a:ea typeface="Arial"/>
                <a:cs typeface="Arial"/>
              </a:defRPr>
            </a:defPPr>
            <a:lvl1pPr algn="l">
              <a:defRPr sz="2025" b="1">
                <a:solidFill>
                  <a:srgbClr val="1B1A17"/>
                </a:solidFill>
                <a:latin typeface="Arial"/>
                <a:ea typeface="Arial"/>
                <a:cs typeface="Arial"/>
              </a:defRPr>
            </a:lvl1pPr>
            <a:lvl2pPr algn="l">
              <a:defRPr sz="2025" b="1">
                <a:solidFill>
                  <a:srgbClr val="1B1A17"/>
                </a:solidFill>
                <a:latin typeface="Arial"/>
                <a:ea typeface="Arial"/>
                <a:cs typeface="Arial"/>
              </a:defRPr>
            </a:lvl2pPr>
            <a:lvl3pPr algn="l">
              <a:defRPr sz="2025" b="1">
                <a:solidFill>
                  <a:srgbClr val="1B1A17"/>
                </a:solidFill>
                <a:latin typeface="Arial"/>
                <a:ea typeface="Arial"/>
                <a:cs typeface="Arial"/>
              </a:defRPr>
            </a:lvl3pPr>
            <a:lvl4pPr algn="l">
              <a:defRPr sz="2025" b="1">
                <a:solidFill>
                  <a:srgbClr val="1B1A17"/>
                </a:solidFill>
                <a:latin typeface="Arial"/>
                <a:ea typeface="Arial"/>
                <a:cs typeface="Arial"/>
              </a:defRPr>
            </a:lvl4pPr>
            <a:lvl5pPr algn="l">
              <a:defRPr sz="2025" b="1">
                <a:solidFill>
                  <a:srgbClr val="1B1A17"/>
                </a:solidFill>
                <a:latin typeface="Arial"/>
                <a:ea typeface="Arial"/>
                <a:cs typeface="Arial"/>
              </a:defRPr>
            </a:lvl5pPr>
            <a:lvl6pPr algn="l">
              <a:defRPr sz="2025" b="1">
                <a:solidFill>
                  <a:srgbClr val="1B1A17"/>
                </a:solidFill>
                <a:latin typeface="Arial"/>
                <a:ea typeface="Arial"/>
                <a:cs typeface="Arial"/>
              </a:defRPr>
            </a:lvl6pPr>
            <a:lvl7pPr algn="l">
              <a:defRPr sz="2025" b="1">
                <a:solidFill>
                  <a:srgbClr val="1B1A17"/>
                </a:solidFill>
                <a:latin typeface="Arial"/>
                <a:ea typeface="Arial"/>
                <a:cs typeface="Arial"/>
              </a:defRPr>
            </a:lvl7pPr>
            <a:lvl8pPr algn="l">
              <a:defRPr sz="2025" b="1">
                <a:solidFill>
                  <a:srgbClr val="1B1A17"/>
                </a:solidFill>
                <a:latin typeface="Arial"/>
                <a:ea typeface="Arial"/>
                <a:cs typeface="Arial"/>
              </a:defRPr>
            </a:lvl8pPr>
            <a:lvl9pPr algn="l">
              <a:defRPr sz="2025" b="1">
                <a:solidFill>
                  <a:srgbClr val="1B1A17"/>
                </a:solidFill>
                <a:latin typeface="Arial"/>
                <a:ea typeface="Arial"/>
                <a:cs typeface="Arial"/>
              </a:defRPr>
            </a:lvl9pPr>
          </a:lstStyle>
          <a:p xmlns:a="http://schemas.openxmlformats.org/drawingml/2006/main">
            <a:pPr algn="l">
              <a:defRPr xmlns:a="http://schemas.openxmlformats.org/drawingml/2006/main" sz="2025" b="1">
                <a:solidFill>
                  <a:srgbClr val="1B1A17"/>
                </a:solidFill>
                <a:latin typeface="Arial"/>
                <a:ea typeface="Arial"/>
                <a:cs typeface="Arial"/>
              </a:defRPr>
            </a:pPr>
            <a:r>
              <a:rPr sz="2025" b="1">
                <a:solidFill>
                  <a:srgbClr val="1B1A17"/>
                </a:solidFill>
                <a:latin typeface="Arial"/>
                <a:ea typeface="Arial"/>
                <a:cs typeface="Arial"/>
              </a:rPr>
              <a:t>Answer with</a:t>
            </a:r>
          </a:p>
          <a:p xmlns:a="http://schemas.openxmlformats.org/drawingml/2006/main">
            <a:pPr algn="l">
              <a:defRPr xmlns:a="http://schemas.openxmlformats.org/drawingml/2006/main" sz="2025" b="1">
                <a:solidFill>
                  <a:srgbClr val="1B1A17"/>
                </a:solidFill>
                <a:latin typeface="Arial"/>
                <a:ea typeface="Arial"/>
                <a:cs typeface="Arial"/>
              </a:defRPr>
            </a:pPr>
            <a:r>
              <a:rPr lang="en-US" sz="2025" b="1">
                <a:solidFill>
                  <a:srgbClr val="1B1A17"/>
                </a:solidFill>
                <a:latin typeface="Arial"/>
                <a:ea typeface="Arial"/>
                <a:cs typeface="Arial"/>
              </a:rPr>
              <a:t>visible evidence</a:t>
            </a:r>
          </a:p>
        </p:txBody>
      </p:sp>
      <p:sp>
        <p:nvSpPr>
          <p:cNvPr id="39" name="text-25"/>
          <p:cNvSpPr>
            <a:spLocks xmlns:a="http://schemas.openxmlformats.org/drawingml/2006/main" noGrp="1"/>
          </p:cNvSpPr>
          <p:nvPr/>
        </p:nvSpPr>
        <p:spPr>
          <a:xfrm xmlns:a="http://schemas.openxmlformats.org/drawingml/2006/main">
            <a:off x="609600" y="5391150"/>
            <a:ext cx="24003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500" b="0">
                <a:solidFill>
                  <a:srgbClr val="66645E"/>
                </a:solidFill>
                <a:latin typeface="Arial"/>
                <a:ea typeface="Arial"/>
                <a:cs typeface="Arial"/>
              </a:defRPr>
            </a:defPPr>
            <a:lvl1pPr algn="l">
              <a:defRPr sz="1500" b="0">
                <a:solidFill>
                  <a:srgbClr val="66645E"/>
                </a:solidFill>
                <a:latin typeface="Arial"/>
                <a:ea typeface="Arial"/>
                <a:cs typeface="Arial"/>
              </a:defRPr>
            </a:lvl1pPr>
            <a:lvl2pPr algn="l">
              <a:defRPr sz="1500" b="0">
                <a:solidFill>
                  <a:srgbClr val="66645E"/>
                </a:solidFill>
                <a:latin typeface="Arial"/>
                <a:ea typeface="Arial"/>
                <a:cs typeface="Arial"/>
              </a:defRPr>
            </a:lvl2pPr>
            <a:lvl3pPr algn="l">
              <a:defRPr sz="1500" b="0">
                <a:solidFill>
                  <a:srgbClr val="66645E"/>
                </a:solidFill>
                <a:latin typeface="Arial"/>
                <a:ea typeface="Arial"/>
                <a:cs typeface="Arial"/>
              </a:defRPr>
            </a:lvl3pPr>
            <a:lvl4pPr algn="l">
              <a:defRPr sz="1500" b="0">
                <a:solidFill>
                  <a:srgbClr val="66645E"/>
                </a:solidFill>
                <a:latin typeface="Arial"/>
                <a:ea typeface="Arial"/>
                <a:cs typeface="Arial"/>
              </a:defRPr>
            </a:lvl4pPr>
            <a:lvl5pPr algn="l">
              <a:defRPr sz="1500" b="0">
                <a:solidFill>
                  <a:srgbClr val="66645E"/>
                </a:solidFill>
                <a:latin typeface="Arial"/>
                <a:ea typeface="Arial"/>
                <a:cs typeface="Arial"/>
              </a:defRPr>
            </a:lvl5pPr>
            <a:lvl6pPr algn="l">
              <a:defRPr sz="1500" b="0">
                <a:solidFill>
                  <a:srgbClr val="66645E"/>
                </a:solidFill>
                <a:latin typeface="Arial"/>
                <a:ea typeface="Arial"/>
                <a:cs typeface="Arial"/>
              </a:defRPr>
            </a:lvl6pPr>
            <a:lvl7pPr algn="l">
              <a:defRPr sz="1500" b="0">
                <a:solidFill>
                  <a:srgbClr val="66645E"/>
                </a:solidFill>
                <a:latin typeface="Arial"/>
                <a:ea typeface="Arial"/>
                <a:cs typeface="Arial"/>
              </a:defRPr>
            </a:lvl7pPr>
            <a:lvl8pPr algn="l">
              <a:defRPr sz="1500" b="0">
                <a:solidFill>
                  <a:srgbClr val="66645E"/>
                </a:solidFill>
                <a:latin typeface="Arial"/>
                <a:ea typeface="Arial"/>
                <a:cs typeface="Arial"/>
              </a:defRPr>
            </a:lvl8pPr>
            <a:lvl9pPr algn="l">
              <a:defRPr sz="1500" b="0">
                <a:solidFill>
                  <a:srgbClr val="66645E"/>
                </a:solidFill>
                <a:latin typeface="Arial"/>
                <a:ea typeface="Arial"/>
                <a:cs typeface="Arial"/>
              </a:defRPr>
            </a:lvl9pPr>
          </a:lstStyle>
          <a:p xmlns:a="http://schemas.openxmlformats.org/drawingml/2006/main">
            <a:pPr algn="l">
              <a:defRPr xmlns:a="http://schemas.openxmlformats.org/drawingml/2006/main" sz="1500" b="0">
                <a:solidFill>
                  <a:srgbClr val="66645E"/>
                </a:solidFill>
                <a:latin typeface="Arial"/>
                <a:ea typeface="Arial"/>
                <a:cs typeface="Arial"/>
              </a:defRPr>
            </a:pPr>
            <a:r>
              <a:rPr sz="1500" b="0">
                <a:solidFill>
                  <a:srgbClr val="66645E"/>
                </a:solidFill>
                <a:latin typeface="Arial"/>
                <a:ea typeface="Arial"/>
                <a:cs typeface="Arial"/>
              </a:rPr>
              <a:t>Sources and dates</a:t>
            </a:r>
          </a:p>
          <a:p xmlns:a="http://schemas.openxmlformats.org/drawingml/2006/main">
            <a:pPr algn="l">
              <a:defRPr xmlns:a="http://schemas.openxmlformats.org/drawingml/2006/main" sz="1500" b="0">
                <a:solidFill>
                  <a:srgbClr val="66645E"/>
                </a:solidFill>
                <a:latin typeface="Arial"/>
                <a:ea typeface="Arial"/>
                <a:cs typeface="Arial"/>
              </a:defRPr>
            </a:pPr>
            <a:r>
              <a:rPr lang="en-US" sz="1500" b="0">
                <a:solidFill>
                  <a:srgbClr val="66645E"/>
                </a:solidFill>
                <a:latin typeface="Arial"/>
                <a:ea typeface="Arial"/>
                <a:cs typeface="Arial"/>
              </a:rPr>
              <a:t>Coverage + confidence</a:t>
            </a:r>
          </a:p>
        </p:txBody>
      </p:sp>
      <p:sp>
        <p:nvSpPr>
          <p:cNvPr id="40" name="footer-divider"/>
          <p:cNvSpPr>
            <a:spLocks xmlns:a="http://schemas.openxmlformats.org/drawingml/2006/main" noGrp="1"/>
          </p:cNvSpPr>
          <p:nvPr/>
        </p:nvSpPr>
        <p:spPr>
          <a:xfrm xmlns:a="http://schemas.openxmlformats.org/drawingml/2006/main">
            <a:off x="609600" y="6191250"/>
            <a:ext cx="10972800" cy="0"/>
          </a:xfrm>
          <a:prstGeom xmlns:a="http://schemas.openxmlformats.org/drawingml/2006/main" prst="line">
            <a:avLst/>
          </a:prstGeom>
          <a:noFill xmlns:a="http://schemas.openxmlformats.org/drawingml/2006/main"/>
          <a:ln xmlns:a="http://schemas.openxmlformats.org/drawingml/2006/main" w="9525">
            <a:solidFill>
              <a:srgbClr val="D8D5CD"/>
            </a:solidFill>
          </a:ln>
        </p:spPr>
        <p:txBody>
          <a:bodyPr xmlns:a="http://schemas.openxmlformats.org/drawingml/2006/main"/>
          <a:lstStyle xmlns:a="http://schemas.openxmlformats.org/drawingml/2006/main"/>
          <a:p xmlns:a="http://schemas.openxmlformats.org/drawingml/2006/main"/>
        </p:txBody>
      </p:sp>
      <p:sp>
        <p:nvSpPr>
          <p:cNvPr id="41" name="text-26"/>
          <p:cNvSpPr>
            <a:spLocks xmlns:a="http://schemas.openxmlformats.org/drawingml/2006/main" noGrp="1"/>
          </p:cNvSpPr>
          <p:nvPr/>
        </p:nvSpPr>
        <p:spPr>
          <a:xfrm xmlns:a="http://schemas.openxmlformats.org/drawingml/2006/main">
            <a:off x="609600" y="6353175"/>
            <a:ext cx="10972800" cy="295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defPPr algn="l">
              <a:defRPr sz="1500" b="0">
                <a:solidFill>
                  <a:srgbClr val="66645E"/>
                </a:solidFill>
                <a:latin typeface="Arial"/>
                <a:ea typeface="Arial"/>
                <a:cs typeface="Arial"/>
              </a:defRPr>
            </a:defPPr>
            <a:lvl1pPr algn="l">
              <a:defRPr sz="1500" b="0">
                <a:solidFill>
                  <a:srgbClr val="66645E"/>
                </a:solidFill>
                <a:latin typeface="Arial"/>
                <a:ea typeface="Arial"/>
                <a:cs typeface="Arial"/>
              </a:defRPr>
            </a:lvl1pPr>
            <a:lvl2pPr algn="l">
              <a:defRPr sz="1500" b="0">
                <a:solidFill>
                  <a:srgbClr val="66645E"/>
                </a:solidFill>
                <a:latin typeface="Arial"/>
                <a:ea typeface="Arial"/>
                <a:cs typeface="Arial"/>
              </a:defRPr>
            </a:lvl2pPr>
            <a:lvl3pPr algn="l">
              <a:defRPr sz="1500" b="0">
                <a:solidFill>
                  <a:srgbClr val="66645E"/>
                </a:solidFill>
                <a:latin typeface="Arial"/>
                <a:ea typeface="Arial"/>
                <a:cs typeface="Arial"/>
              </a:defRPr>
            </a:lvl3pPr>
            <a:lvl4pPr algn="l">
              <a:defRPr sz="1500" b="0">
                <a:solidFill>
                  <a:srgbClr val="66645E"/>
                </a:solidFill>
                <a:latin typeface="Arial"/>
                <a:ea typeface="Arial"/>
                <a:cs typeface="Arial"/>
              </a:defRPr>
            </a:lvl4pPr>
            <a:lvl5pPr algn="l">
              <a:defRPr sz="1500" b="0">
                <a:solidFill>
                  <a:srgbClr val="66645E"/>
                </a:solidFill>
                <a:latin typeface="Arial"/>
                <a:ea typeface="Arial"/>
                <a:cs typeface="Arial"/>
              </a:defRPr>
            </a:lvl5pPr>
            <a:lvl6pPr algn="l">
              <a:defRPr sz="1500" b="0">
                <a:solidFill>
                  <a:srgbClr val="66645E"/>
                </a:solidFill>
                <a:latin typeface="Arial"/>
                <a:ea typeface="Arial"/>
                <a:cs typeface="Arial"/>
              </a:defRPr>
            </a:lvl6pPr>
            <a:lvl7pPr algn="l">
              <a:defRPr sz="1500" b="0">
                <a:solidFill>
                  <a:srgbClr val="66645E"/>
                </a:solidFill>
                <a:latin typeface="Arial"/>
                <a:ea typeface="Arial"/>
                <a:cs typeface="Arial"/>
              </a:defRPr>
            </a:lvl7pPr>
            <a:lvl8pPr algn="l">
              <a:defRPr sz="1500" b="0">
                <a:solidFill>
                  <a:srgbClr val="66645E"/>
                </a:solidFill>
                <a:latin typeface="Arial"/>
                <a:ea typeface="Arial"/>
                <a:cs typeface="Arial"/>
              </a:defRPr>
            </a:lvl8pPr>
            <a:lvl9pPr algn="l">
              <a:defRPr sz="1500" b="0">
                <a:solidFill>
                  <a:srgbClr val="66645E"/>
                </a:solidFill>
                <a:latin typeface="Arial"/>
                <a:ea typeface="Arial"/>
                <a:cs typeface="Arial"/>
              </a:defRPr>
            </a:lvl9pPr>
          </a:lstStyle>
          <a:p xmlns:a="http://schemas.openxmlformats.org/drawingml/2006/main">
            <a:pPr algn="l">
              <a:defRPr xmlns:a="http://schemas.openxmlformats.org/drawingml/2006/main" sz="1500" b="0">
                <a:solidFill>
                  <a:srgbClr val="66645E"/>
                </a:solidFill>
                <a:latin typeface="Arial"/>
                <a:ea typeface="Arial"/>
                <a:cs typeface="Arial"/>
              </a:defRPr>
            </a:pPr>
            <a:r>
              <a:rPr sz="1500" b="0">
                <a:solidFill>
                  <a:srgbClr val="66645E"/>
                </a:solidFill>
                <a:latin typeface="Arial"/>
                <a:ea typeface="Arial"/>
                <a:cs typeface="Arial"/>
              </a:rPr>
              <a:t>One Render container serves the UI + API. Model keys stay on the server.</a:t>
            </a:r>
          </a:p>
        </p:txBody>
      </p:sp>
      <p:sp>
        <p:nvSpPr>
          <p:cNvPr id="100000" name="page-number"/>
          <p:cNvSpPr txBox="1"/>
          <p:nvPr/>
        </p:nvSpPr>
        <p:spPr>
          <a:xfrm>
            <a:off x="10810875" y="304800"/>
            <a:ext cx="762000" cy="209550"/>
          </a:xfrm>
          <a:prstGeom prst="rect">
            <a:avLst/>
          </a:prstGeom>
          <a:noFill/>
          <a:ln>
            <a:noFill/>
          </a:ln>
        </p:spPr>
        <p:txBody>
          <a:bodyPr lIns="0" tIns="0" rIns="0" bIns="0"/>
          <a:lstStyle/>
          <a:p>
            <a:pPr algn="r">
              <a:spcBef>
                <a:spcPts val="0"/>
              </a:spcBef>
              <a:spcAft>
                <a:spcPts val="0"/>
              </a:spcAft>
            </a:pPr>
            <a:r>
              <a:rPr lang="en-US" sz="1125">
                <a:solidFill>
                  <a:srgbClr val="66645E"/>
                </a:solidFill>
                <a:latin typeface="Arial"/>
                <a:ea typeface="Arial"/>
              </a:rPr>
              <a:t>02 / 06</a:t>
            </a:r>
          </a:p>
        </p:txBody>
      </p:sp>
    </p:spTree>
  </p:cSld>
  <p:extLst xmlns:p14="http://schemas.microsoft.com/office/powerpoint/2010/main" xmlns:p="http://schemas.openxmlformats.org/presentationml/2006/main" xmlns:a="http://schemas.openxmlformats.org/drawingml/2006/main">
    <p:ext uri="{BB962C8B-B14F-4D97-AF65-F5344CB8AC3E}">
      <p14:creationId val="725299402"/>
    </p:ext>
  </p:extLst>
</p:sld>
</file>

<file path=ppt/theme/theme1.xml><?xml version="1.0" encoding="utf-8"?>
<a:theme xmlns:a="http://schemas.openxmlformats.org/drawingml/2006/main" name="ChatGPT">
  <a:themeElements>
    <a:clrScheme name="Airport Editorial">
      <a:dk1>
        <a:srgbClr val="1B1A17"/>
      </a:dk1>
      <a:lt1>
        <a:srgbClr val="FFFFFF"/>
      </a:lt1>
      <a:dk2>
        <a:srgbClr val="181815"/>
      </a:dk2>
      <a:lt2>
        <a:srgbClr val="F7F6F2"/>
      </a:lt2>
      <a:accent1>
        <a:srgbClr val="7C69A8"/>
      </a:accent1>
      <a:accent2>
        <a:srgbClr val="A96C4C"/>
      </a:accent2>
      <a:accent3>
        <a:srgbClr val="5C8A6E"/>
      </a:accent3>
      <a:accent4>
        <a:srgbClr val="93600A"/>
      </a:accent4>
      <a:accent5>
        <a:srgbClr val="68788A"/>
      </a:accent5>
      <a:accent6>
        <a:srgbClr val="937C60"/>
      </a:accent6>
      <a:hlink>
        <a:srgbClr val="F7F6F2"/>
      </a:hlink>
      <a:folHlink>
        <a:srgbClr val="F7F6F2"/>
      </a:folHlink>
    </a:clrScheme>
    <a:fontScheme name="">
      <a:majorFont>
        <a:latin typeface="Arial"/>
        <a:ea typeface=""/>
        <a:cs typeface=""/>
      </a:majorFont>
      <a:minorFont>
        <a:latin typeface="Arial"/>
        <a:ea typeface=""/>
        <a:cs typeface=""/>
      </a:minorFont>
    </a:fontScheme>
    <a:fmtScheme name="Airport Editorial">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2026-10-22T11:25:24.5380000Z</dcterms:created>
  <dcterms:modified xsi:type="dcterms:W3CDTF">2026-10-22T11:25:24.5380000Z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1.0.158</vt:lpwstr>
  </op:property>
  <op:property fmtid="{D5CDD505-2E9C-101B-9397-08002B2CF9AE}" pid="3" name="OfficeCLI.LastModified">
    <vt:lpwstr xmlns:vt="http://schemas.openxmlformats.org/officeDocument/2006/docPropsVTypes">2026-10-22T12:01:47Z</vt:lpwstr>
  </op:property>
</op:Properties>
</file>