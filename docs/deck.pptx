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a96381eb40784647" /><Relationship Type="http://schemas.openxmlformats.org/package/2006/relationships/metadata/core-properties" Target="/docProps/core.xml" Id="R3d982a056017403f" /><Relationship Type="http://schemas.openxmlformats.org/officeDocument/2006/relationships/extended-properties" Target="/docProps/app.xml" Id="R43e8fafc947c4062" /><Relationship Type="http://schemas.openxmlformats.org/officeDocument/2006/relationships/custom-properties" Target="/docProps/custom.xml" Id="R9b957823dfbd48c1"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fe7e7fb364e54318"/>
  </p:notesMasterIdLst>
  <p:sldIdLst>
    <p:sldId id="256" r:id="Rd7701c6e1de74b7f"/>
    <p:sldId id="257" r:id="Rfffe1dbe52ea4be4"/>
    <p:sldId id="258" r:id="R1b8cb8df6fa84371"/>
    <p:sldId id="259" r:id="R34f16746d9e0423e"/>
    <p:sldId id="260" r:id="R9c6a4f5df303465e"/>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d7701c6e1de74b7f" /><Relationship Type="http://schemas.openxmlformats.org/officeDocument/2006/relationships/notesMaster" Target="/ppt/notesMasters/notesMaster1.xml" Id="Rfe7e7fb364e54318" /><Relationship Type="http://schemas.openxmlformats.org/officeDocument/2006/relationships/slide" Target="/ppt/slides/slide2.xml" Id="Rfffe1dbe52ea4be4" /><Relationship Type="http://schemas.openxmlformats.org/officeDocument/2006/relationships/slide" Target="/ppt/slides/slide3.xml" Id="R1b8cb8df6fa84371" /><Relationship Type="http://schemas.openxmlformats.org/officeDocument/2006/relationships/slide" Target="/ppt/slides/slide4.xml" Id="R34f16746d9e0423e" /><Relationship Type="http://schemas.openxmlformats.org/officeDocument/2006/relationships/slide" Target="/ppt/slides/slide5.xml" Id="R9c6a4f5df30346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41034e7a614a4a52"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0a30cabdf03a414a" /><Relationship Type="http://schemas.openxmlformats.org/officeDocument/2006/relationships/slide" Target="/ppt/slides/slide1.xml" Id="Rf9967f963942423e"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91214d2a7a2e4a45" /><Relationship Type="http://schemas.openxmlformats.org/officeDocument/2006/relationships/slide" Target="/ppt/slides/slide2.xml" Id="Rca86109656674e8e"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249d28273a4f439a" /><Relationship Type="http://schemas.openxmlformats.org/officeDocument/2006/relationships/slide" Target="/ppt/slides/slide3.xml" Id="R5fdd17b726144d73"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2c6c511b95c74409" /><Relationship Type="http://schemas.openxmlformats.org/officeDocument/2006/relationships/slide" Target="/ppt/slides/slide4.xml" Id="R70035fd3d8ef4c6e"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316a75c32f3f443a" /><Relationship Type="http://schemas.openxmlformats.org/officeDocument/2006/relationships/slide" Target="/ppt/slides/slide5.xml" Id="Re9bb9aceb50140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running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running app at 1440 by 900 in light theme: G3 as its answer finished, and G1 reopened from the Recent chats rail.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ce4b27431847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2fb66fa6a1461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333eca88cd49d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359639688a442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896d0d3bf754c16"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0bd89e66ba1d4876"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2f43c433335d4cdb" /><Relationship Type="http://schemas.openxmlformats.org/officeDocument/2006/relationships/notesSlide" Target="/ppt/notesSlides/notesSlide1.xml" Id="Rc464a69d15714e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be25c3f4194592" /><Relationship Type="http://schemas.openxmlformats.org/officeDocument/2006/relationships/notesSlide" Target="/ppt/notesSlides/notesSlide2.xml" Id="Rd4be1e92da9f43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a93d25f0e9d4422" /><Relationship Type="http://schemas.openxmlformats.org/officeDocument/2006/relationships/notesSlide" Target="/ppt/notesSlides/notesSlide3.xml" Id="R0c49dba20a63408e" /><Relationship Type="http://schemas.openxmlformats.org/officeDocument/2006/relationships/image" Target="/ppt/media/image.png" Id="R2168f364d32b45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92d63811b04e84" /><Relationship Type="http://schemas.openxmlformats.org/officeDocument/2006/relationships/notesSlide" Target="/ppt/notesSlides/notesSlide4.xml" Id="R03a1eeb41f0b4f4f" /><Relationship Type="http://schemas.openxmlformats.org/officeDocument/2006/relationships/image" Target="/ppt/media/image2.png" Id="R858f13acfc6041e7" /><Relationship Type="http://schemas.openxmlformats.org/officeDocument/2006/relationships/image" Target="/ppt/media/image3.png" Id="R82575409a7d14f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18df8f17294ad0" /><Relationship Type="http://schemas.openxmlformats.org/officeDocument/2006/relationships/notesSlide" Target="/ppt/notesSlides/notesSlide5.xml" Id="R1300858228124012"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544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544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28"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29"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0"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1"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2"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3"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4"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5"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6"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37"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38"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9"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0"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1"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2"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3"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4"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5"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6"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7"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48"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49"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0"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1"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2"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3"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4"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5"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6"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7"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58"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9"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0"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1"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2"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3"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4"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5"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6"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67"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68"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9"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0"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1"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2"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3"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4"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5"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6"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77"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78"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9"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0"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1"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2"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3"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4"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5"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6"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87"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88"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89"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0" name="ShotFrame"/>
          <p:cNvSpPr/>
          <p:nvPr/>
        </p:nvSpPr>
        <p:spPr>
          <a:xfrm xmlns:a="http://schemas.openxmlformats.org/drawingml/2006/main">
            <a:off x="9114120" y="1494000"/>
            <a:ext cx="2556000" cy="42897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1" name="Picture 1" descr="rank_airports Evidence card in the running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2168f364d32b453f"/>
          <a:stretch xmlns:a="http://schemas.openxmlformats.org/drawingml/2006/main">
            <a:fillRect/>
          </a:stretch>
        </p:blipFill>
        <p:spPr>
          <a:xfrm xmlns:a="http://schemas.openxmlformats.org/drawingml/2006/main">
            <a:off x="9132120" y="1512000"/>
            <a:ext cx="2520000" cy="4253760"/>
          </a:xfrm>
          <a:prstGeom xmlns:a="http://schemas.openxmlformats.org/drawingml/2006/main" prst="rect">
            <a:avLst/>
          </a:prstGeom>
        </p:spPr>
      </p:pic>
      <p:sp>
        <p:nvSpPr>
          <p:cNvPr id="100092" name="ShotCap"/>
          <p:cNvSpPr txBox="1"/>
          <p:nvPr/>
        </p:nvSpPr>
        <p:spPr>
          <a:xfrm xmlns:a="http://schemas.openxmlformats.org/drawingml/2006/main">
            <a:off x="9132120" y="583776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Running app, G1 Mission panel: BOS Pillars 50.2 / 86.1 / 95.3 give 73.1.</a:t>
            </a:r>
          </a:p>
        </p:txBody>
      </p:sp>
      <p:sp>
        <p:nvSpPr>
          <p:cNvPr id="100093"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4"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5"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6"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097"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098"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9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RUNNING APP</a:t>
            </a:r>
          </a:p>
        </p:txBody>
      </p:sp>
      <p:sp>
        <p:nvSpPr>
          <p:cNvPr id="10010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5"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6"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07" name="Picture 1" descr="The running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858f13acfc6041e7"/>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08" name="ShotCap1"/>
          <p:cNvSpPr txBox="1"/>
          <p:nvPr/>
        </p:nvSpPr>
        <p:spPr>
          <a:xfrm xmlns:a="http://schemas.openxmlformats.org/drawingml/2006/main">
            <a:off x="54000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Mission panel: route_mix donuts and table, Data Confidence High.</a:t>
            </a:r>
          </a:p>
        </p:txBody>
      </p:sp>
      <p:sp>
        <p:nvSpPr>
          <p:cNvPr id="100109"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0"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1" name="Picture 2" descr="The running app answering 'Which airports in New England are strong candidates for terminal expansion?': a ranking table led by BOS 73.1, BGR 72.4 and BTV 71.9; the Mission panel shows rank_airports Pillar bars and the score table, Data Confidence Medium"/>
          <p:cNvPicPr>
            <a:picLocks xmlns:a="http://schemas.openxmlformats.org/drawingml/2006/main" noChangeAspect="1"/>
          </p:cNvPicPr>
          <p:nvPr/>
        </p:nvPicPr>
        <p:blipFill>
          <a:blip xmlns:r="http://schemas.openxmlformats.org/officeDocument/2006/relationships" xmlns:a="http://schemas.openxmlformats.org/drawingml/2006/main" r:embed="R82575409a7d14ff3"/>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2" name="ShotCap2"/>
          <p:cNvSpPr txBox="1"/>
          <p:nvPr/>
        </p:nvSpPr>
        <p:spPr>
          <a:xfrm xmlns:a="http://schemas.openxmlformats.org/drawingml/2006/main">
            <a:off x="624024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Mission panel: rank_airports Pillar bars and score table, Data Confidence Medium (HVN and PSM Provisional).</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3"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14"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5"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6"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7"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18"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19"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0"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2"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3"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4"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5"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26"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27"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8"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9"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0"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OfficeCLI/1.0.143</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2026-10-21T21:42:14.0000000Z</dcterms:created>
  <lastModifiedBy>OfficeCLI</lastModifiedBy>
  <dcterms:modified xsi:type="dcterms:W3CDTF">2026-10-21T21:42:15.1634620Z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2026-10-21T21:42:15Z</vt:lpwstr>
  </op:property>
</op:Properties>
</file>